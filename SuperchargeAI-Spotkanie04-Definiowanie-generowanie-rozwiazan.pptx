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4"/>
  </p:sldMasterIdLst>
  <p:notesMasterIdLst>
    <p:notesMasterId r:id="rId58"/>
  </p:notesMasterIdLst>
  <p:handoutMasterIdLst>
    <p:handoutMasterId r:id="rId59"/>
  </p:handoutMasterIdLst>
  <p:sldIdLst>
    <p:sldId id="864" r:id="rId5"/>
    <p:sldId id="882" r:id="rId6"/>
    <p:sldId id="910" r:id="rId7"/>
    <p:sldId id="888" r:id="rId8"/>
    <p:sldId id="987" r:id="rId9"/>
    <p:sldId id="896" r:id="rId10"/>
    <p:sldId id="779" r:id="rId11"/>
    <p:sldId id="973" r:id="rId12"/>
    <p:sldId id="976" r:id="rId13"/>
    <p:sldId id="977" r:id="rId14"/>
    <p:sldId id="979" r:id="rId15"/>
    <p:sldId id="980" r:id="rId16"/>
    <p:sldId id="927" r:id="rId17"/>
    <p:sldId id="974" r:id="rId18"/>
    <p:sldId id="933" r:id="rId19"/>
    <p:sldId id="899" r:id="rId20"/>
    <p:sldId id="891" r:id="rId21"/>
    <p:sldId id="978" r:id="rId22"/>
    <p:sldId id="938" r:id="rId23"/>
    <p:sldId id="892" r:id="rId24"/>
    <p:sldId id="893" r:id="rId25"/>
    <p:sldId id="884" r:id="rId26"/>
    <p:sldId id="981" r:id="rId27"/>
    <p:sldId id="890" r:id="rId28"/>
    <p:sldId id="911" r:id="rId29"/>
    <p:sldId id="915" r:id="rId30"/>
    <p:sldId id="912" r:id="rId31"/>
    <p:sldId id="983" r:id="rId32"/>
    <p:sldId id="984" r:id="rId33"/>
    <p:sldId id="913" r:id="rId34"/>
    <p:sldId id="914" r:id="rId35"/>
    <p:sldId id="982" r:id="rId36"/>
    <p:sldId id="919" r:id="rId37"/>
    <p:sldId id="921" r:id="rId38"/>
    <p:sldId id="920" r:id="rId39"/>
    <p:sldId id="939" r:id="rId40"/>
    <p:sldId id="918" r:id="rId41"/>
    <p:sldId id="925" r:id="rId42"/>
    <p:sldId id="909" r:id="rId43"/>
    <p:sldId id="926" r:id="rId44"/>
    <p:sldId id="916" r:id="rId45"/>
    <p:sldId id="917" r:id="rId46"/>
    <p:sldId id="923" r:id="rId47"/>
    <p:sldId id="928" r:id="rId48"/>
    <p:sldId id="935" r:id="rId49"/>
    <p:sldId id="934" r:id="rId50"/>
    <p:sldId id="931" r:id="rId51"/>
    <p:sldId id="930" r:id="rId52"/>
    <p:sldId id="936" r:id="rId53"/>
    <p:sldId id="986" r:id="rId54"/>
    <p:sldId id="985" r:id="rId55"/>
    <p:sldId id="975" r:id="rId56"/>
    <p:sldId id="937" r:id="rId57"/>
  </p:sldIdLst>
  <p:sldSz cx="13439775" cy="7559675"/>
  <p:notesSz cx="7559675" cy="10691813"/>
  <p:embeddedFontLst>
    <p:embeddedFont>
      <p:font typeface="Lato Light" panose="020F0502020204030203" pitchFamily="34" charset="0"/>
      <p:regular r:id="rId60"/>
      <p:italic r:id="rId61"/>
    </p:embeddedFont>
    <p:embeddedFont>
      <p:font typeface="Lora" pitchFamily="2" charset="0"/>
      <p:regular r:id="rId62"/>
      <p:bold r:id="rId63"/>
      <p:italic r:id="rId64"/>
      <p:boldItalic r:id="rId65"/>
    </p:embeddedFont>
    <p:embeddedFont>
      <p:font typeface="Lora Regular" pitchFamily="2" charset="0"/>
      <p:regular r:id="rId66"/>
      <p:bold r:id="rId67"/>
      <p:italic r:id="rId68"/>
      <p:boldItalic r:id="rId69"/>
    </p:embeddedFont>
    <p:embeddedFont>
      <p:font typeface="Montserrat" pitchFamily="2" charset="0"/>
      <p:regular r:id="rId70"/>
      <p:bold r:id="rId71"/>
      <p:italic r:id="rId72"/>
      <p:boldItalic r:id="rId73"/>
    </p:embeddedFont>
    <p:embeddedFont>
      <p:font typeface="Poppins" pitchFamily="2" charset="0"/>
      <p:regular r:id="rId74"/>
      <p:bold r:id="rId75"/>
      <p:italic r:id="rId76"/>
      <p:boldItalic r:id="rId77"/>
    </p:embeddedFont>
    <p:embeddedFont>
      <p:font typeface="Poppins ExtraBold" pitchFamily="2" charset="0"/>
      <p:bold r:id="rId78"/>
      <p:italic r:id="rId79"/>
      <p:boldItalic r:id="rId80"/>
    </p:embeddedFont>
    <p:embeddedFont>
      <p:font typeface="Poppins Light" pitchFamily="2" charset="0"/>
      <p:regular r:id="rId81"/>
      <p:bold r:id="rId82"/>
      <p:italic r:id="rId83"/>
      <p:boldItalic r:id="rId84"/>
    </p:embeddedFont>
    <p:embeddedFont>
      <p:font typeface="Poppins Medium" pitchFamily="2" charset="0"/>
      <p:regular r:id="rId85"/>
      <p:bold r:id="rId86"/>
      <p:italic r:id="rId87"/>
      <p:boldItalic r:id="rId88"/>
    </p:embeddedFont>
    <p:embeddedFont>
      <p:font typeface="Poppins SemiBold" pitchFamily="2" charset="0"/>
      <p:regular r:id="rId89"/>
      <p:bold r:id="rId90"/>
      <p:italic r:id="rId91"/>
      <p:boldItalic r:id="rId92"/>
    </p:embeddedFont>
    <p:embeddedFont>
      <p:font typeface="Roboto" panose="02000000000000000000" pitchFamily="2" charset="0"/>
      <p:regular r:id="rId93"/>
      <p:bold r:id="rId94"/>
      <p:italic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233">
          <p15:clr>
            <a:srgbClr val="9AA0A6"/>
          </p15:clr>
        </p15:guide>
        <p15:guide id="2" orient="horz" pos="23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AE6"/>
    <a:srgbClr val="F6F4EE"/>
    <a:srgbClr val="EDE9E6"/>
    <a:srgbClr val="000000"/>
    <a:srgbClr val="FFFFFF"/>
    <a:srgbClr val="1380C9"/>
    <a:srgbClr val="154C73"/>
    <a:srgbClr val="3CA6BB"/>
    <a:srgbClr val="FEBE42"/>
    <a:srgbClr val="FFB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C9B7D4-FDB0-814B-80A4-40766DDEF5B2}" v="549" dt="2026-05-14T11:00:40.817"/>
  </p1510:revLst>
</p1510:revInfo>
</file>

<file path=ppt/tableStyles.xml><?xml version="1.0" encoding="utf-8"?>
<a:tblStyleLst xmlns:a="http://schemas.openxmlformats.org/drawingml/2006/main" def="{C150B752-394D-41BE-9B3E-C014AB0C5400}">
  <a:tblStyle styleId="{C150B752-394D-41BE-9B3E-C014AB0C54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84"/>
    <p:restoredTop sz="88750" autoAdjust="0"/>
  </p:normalViewPr>
  <p:slideViewPr>
    <p:cSldViewPr snapToGrid="0">
      <p:cViewPr varScale="1">
        <p:scale>
          <a:sx n="110" d="100"/>
          <a:sy n="110" d="100"/>
        </p:scale>
        <p:origin x="208" y="512"/>
      </p:cViewPr>
      <p:guideLst>
        <p:guide pos="4233"/>
        <p:guide orient="horz" pos="238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86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84" Type="http://schemas.openxmlformats.org/officeDocument/2006/relationships/font" Target="fonts/font25.fntdata"/><Relationship Id="rId89" Type="http://schemas.openxmlformats.org/officeDocument/2006/relationships/font" Target="fonts/font30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74" Type="http://schemas.openxmlformats.org/officeDocument/2006/relationships/font" Target="fonts/font15.fntdata"/><Relationship Id="rId79" Type="http://schemas.openxmlformats.org/officeDocument/2006/relationships/font" Target="fonts/font20.fntdata"/><Relationship Id="rId102" Type="http://schemas.microsoft.com/office/2015/10/relationships/revisionInfo" Target="revisionInfo.xml"/><Relationship Id="rId5" Type="http://schemas.openxmlformats.org/officeDocument/2006/relationships/slide" Target="slides/slide1.xml"/><Relationship Id="rId90" Type="http://schemas.openxmlformats.org/officeDocument/2006/relationships/font" Target="fonts/font31.fntdata"/><Relationship Id="rId95" Type="http://schemas.openxmlformats.org/officeDocument/2006/relationships/font" Target="fonts/font36.fntdata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0" Type="http://schemas.openxmlformats.org/officeDocument/2006/relationships/font" Target="fonts/font21.fntdata"/><Relationship Id="rId85" Type="http://schemas.openxmlformats.org/officeDocument/2006/relationships/font" Target="fonts/font26.fntdata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67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font" Target="fonts/font16.fntdata"/><Relationship Id="rId83" Type="http://schemas.openxmlformats.org/officeDocument/2006/relationships/font" Target="fonts/font24.fntdata"/><Relationship Id="rId88" Type="http://schemas.openxmlformats.org/officeDocument/2006/relationships/font" Target="fonts/font29.fntdata"/><Relationship Id="rId91" Type="http://schemas.openxmlformats.org/officeDocument/2006/relationships/font" Target="fonts/font32.fntdata"/><Relationship Id="rId96" Type="http://schemas.openxmlformats.org/officeDocument/2006/relationships/font" Target="fonts/font3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font" Target="fonts/font19.fntdata"/><Relationship Id="rId81" Type="http://schemas.openxmlformats.org/officeDocument/2006/relationships/font" Target="fonts/font22.fntdata"/><Relationship Id="rId86" Type="http://schemas.openxmlformats.org/officeDocument/2006/relationships/font" Target="fonts/font27.fntdata"/><Relationship Id="rId94" Type="http://schemas.openxmlformats.org/officeDocument/2006/relationships/font" Target="fonts/font35.fntdata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7.fntdata"/><Relationship Id="rId97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font" Target="fonts/font12.fntdata"/><Relationship Id="rId92" Type="http://schemas.openxmlformats.org/officeDocument/2006/relationships/font" Target="fonts/font3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7.fntdata"/><Relationship Id="rId87" Type="http://schemas.openxmlformats.org/officeDocument/2006/relationships/font" Target="fonts/font28.fntdata"/><Relationship Id="rId61" Type="http://schemas.openxmlformats.org/officeDocument/2006/relationships/font" Target="fonts/font2.fntdata"/><Relationship Id="rId82" Type="http://schemas.openxmlformats.org/officeDocument/2006/relationships/font" Target="fonts/font2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font" Target="fonts/font18.fntdata"/><Relationship Id="rId100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3.fntdata"/><Relationship Id="rId93" Type="http://schemas.openxmlformats.org/officeDocument/2006/relationships/font" Target="fonts/font34.fntdata"/><Relationship Id="rId98" Type="http://schemas.openxmlformats.org/officeDocument/2006/relationships/viewProps" Target="viewProp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Chojnacki" userId="7fba726a-b0fb-4d88-b59c-bb634d89a4f0" providerId="ADAL" clId="{506FAE17-0E21-502D-BE9C-1CB4E43013BC}"/>
    <pc:docChg chg="undo custSel addSld delSld modSld sldOrd">
      <pc:chgData name="Wojciech Chojnacki" userId="7fba726a-b0fb-4d88-b59c-bb634d89a4f0" providerId="ADAL" clId="{506FAE17-0E21-502D-BE9C-1CB4E43013BC}" dt="2026-05-14T14:09:16.688" v="3302" actId="729"/>
      <pc:docMkLst>
        <pc:docMk/>
      </pc:docMkLst>
      <pc:sldChg chg="addSp delSp modSp mod ord">
        <pc:chgData name="Wojciech Chojnacki" userId="7fba726a-b0fb-4d88-b59c-bb634d89a4f0" providerId="ADAL" clId="{506FAE17-0E21-502D-BE9C-1CB4E43013BC}" dt="2026-05-14T10:51:18.848" v="3099" actId="20577"/>
        <pc:sldMkLst>
          <pc:docMk/>
          <pc:sldMk cId="1784406675" sldId="779"/>
        </pc:sldMkLst>
        <pc:spChg chg="mod">
          <ac:chgData name="Wojciech Chojnacki" userId="7fba726a-b0fb-4d88-b59c-bb634d89a4f0" providerId="ADAL" clId="{506FAE17-0E21-502D-BE9C-1CB4E43013BC}" dt="2026-05-14T07:14:54.351" v="1314" actId="14100"/>
          <ac:spMkLst>
            <pc:docMk/>
            <pc:sldMk cId="1784406675" sldId="779"/>
            <ac:spMk id="2" creationId="{E50122C1-544A-CACB-4D84-B6C96270E994}"/>
          </ac:spMkLst>
        </pc:spChg>
        <pc:spChg chg="del mod">
          <ac:chgData name="Wojciech Chojnacki" userId="7fba726a-b0fb-4d88-b59c-bb634d89a4f0" providerId="ADAL" clId="{506FAE17-0E21-502D-BE9C-1CB4E43013BC}" dt="2026-05-14T07:14:35.661" v="1294" actId="478"/>
          <ac:spMkLst>
            <pc:docMk/>
            <pc:sldMk cId="1784406675" sldId="779"/>
            <ac:spMk id="3" creationId="{2430E94E-9091-A76C-7825-345957058009}"/>
          </ac:spMkLst>
        </pc:spChg>
        <pc:spChg chg="mod">
          <ac:chgData name="Wojciech Chojnacki" userId="7fba726a-b0fb-4d88-b59c-bb634d89a4f0" providerId="ADAL" clId="{506FAE17-0E21-502D-BE9C-1CB4E43013BC}" dt="2026-05-14T10:03:17.749" v="2036" actId="20577"/>
          <ac:spMkLst>
            <pc:docMk/>
            <pc:sldMk cId="1784406675" sldId="779"/>
            <ac:spMk id="4" creationId="{3A38DCB5-553F-F81C-60A9-7AE97BD6BEE6}"/>
          </ac:spMkLst>
        </pc:spChg>
        <pc:spChg chg="add mod">
          <ac:chgData name="Wojciech Chojnacki" userId="7fba726a-b0fb-4d88-b59c-bb634d89a4f0" providerId="ADAL" clId="{506FAE17-0E21-502D-BE9C-1CB4E43013BC}" dt="2026-05-14T10:51:18.848" v="3099" actId="20577"/>
          <ac:spMkLst>
            <pc:docMk/>
            <pc:sldMk cId="1784406675" sldId="779"/>
            <ac:spMk id="6" creationId="{10950212-AE13-8DBD-40BC-8DF432E23EE9}"/>
          </ac:spMkLst>
        </pc:spChg>
        <pc:spChg chg="add del mod">
          <ac:chgData name="Wojciech Chojnacki" userId="7fba726a-b0fb-4d88-b59c-bb634d89a4f0" providerId="ADAL" clId="{506FAE17-0E21-502D-BE9C-1CB4E43013BC}" dt="2026-05-14T07:23:08.019" v="1419" actId="21"/>
          <ac:spMkLst>
            <pc:docMk/>
            <pc:sldMk cId="1784406675" sldId="779"/>
            <ac:spMk id="7" creationId="{3D3B9F04-7561-61D9-9C1A-F6EF5A4AC013}"/>
          </ac:spMkLst>
        </pc:spChg>
      </pc:sldChg>
      <pc:sldChg chg="modSp del mod ord modShow">
        <pc:chgData name="Wojciech Chojnacki" userId="7fba726a-b0fb-4d88-b59c-bb634d89a4f0" providerId="ADAL" clId="{506FAE17-0E21-502D-BE9C-1CB4E43013BC}" dt="2026-05-13T20:38:25.055" v="207" actId="2696"/>
        <pc:sldMkLst>
          <pc:docMk/>
          <pc:sldMk cId="2572426118" sldId="851"/>
        </pc:sldMkLst>
        <pc:spChg chg="mod">
          <ac:chgData name="Wojciech Chojnacki" userId="7fba726a-b0fb-4d88-b59c-bb634d89a4f0" providerId="ADAL" clId="{506FAE17-0E21-502D-BE9C-1CB4E43013BC}" dt="2026-05-13T20:37:23.220" v="169" actId="20577"/>
          <ac:spMkLst>
            <pc:docMk/>
            <pc:sldMk cId="2572426118" sldId="851"/>
            <ac:spMk id="15" creationId="{D27013F3-C06A-F851-3E6B-3255AF89C758}"/>
          </ac:spMkLst>
        </pc:spChg>
        <pc:spChg chg="mod">
          <ac:chgData name="Wojciech Chojnacki" userId="7fba726a-b0fb-4d88-b59c-bb634d89a4f0" providerId="ADAL" clId="{506FAE17-0E21-502D-BE9C-1CB4E43013BC}" dt="2026-05-13T20:37:32.506" v="204" actId="20577"/>
          <ac:spMkLst>
            <pc:docMk/>
            <pc:sldMk cId="2572426118" sldId="851"/>
            <ac:spMk id="16" creationId="{E146989D-E45A-5AF2-ABDE-CC30624A2E81}"/>
          </ac:spMkLst>
        </pc:spChg>
      </pc:sldChg>
      <pc:sldChg chg="del">
        <pc:chgData name="Wojciech Chojnacki" userId="7fba726a-b0fb-4d88-b59c-bb634d89a4f0" providerId="ADAL" clId="{506FAE17-0E21-502D-BE9C-1CB4E43013BC}" dt="2026-05-13T10:59:10.925" v="9" actId="2696"/>
        <pc:sldMkLst>
          <pc:docMk/>
          <pc:sldMk cId="2916808716" sldId="872"/>
        </pc:sldMkLst>
      </pc:sldChg>
      <pc:sldChg chg="modSp mod">
        <pc:chgData name="Wojciech Chojnacki" userId="7fba726a-b0fb-4d88-b59c-bb634d89a4f0" providerId="ADAL" clId="{506FAE17-0E21-502D-BE9C-1CB4E43013BC}" dt="2026-05-13T11:01:14.603" v="49" actId="20577"/>
        <pc:sldMkLst>
          <pc:docMk/>
          <pc:sldMk cId="3659689382" sldId="882"/>
        </pc:sldMkLst>
        <pc:spChg chg="mod">
          <ac:chgData name="Wojciech Chojnacki" userId="7fba726a-b0fb-4d88-b59c-bb634d89a4f0" providerId="ADAL" clId="{506FAE17-0E21-502D-BE9C-1CB4E43013BC}" dt="2026-05-13T11:01:14.603" v="49" actId="20577"/>
          <ac:spMkLst>
            <pc:docMk/>
            <pc:sldMk cId="3659689382" sldId="882"/>
            <ac:spMk id="402" creationId="{219E078B-CA02-C150-917E-BEFD88BCF653}"/>
          </ac:spMkLst>
        </pc:spChg>
      </pc:sldChg>
      <pc:sldChg chg="modSp mod ord">
        <pc:chgData name="Wojciech Chojnacki" userId="7fba726a-b0fb-4d88-b59c-bb634d89a4f0" providerId="ADAL" clId="{506FAE17-0E21-502D-BE9C-1CB4E43013BC}" dt="2026-05-14T10:52:19.058" v="3243" actId="20577"/>
        <pc:sldMkLst>
          <pc:docMk/>
          <pc:sldMk cId="1532702594" sldId="884"/>
        </pc:sldMkLst>
        <pc:spChg chg="mod">
          <ac:chgData name="Wojciech Chojnacki" userId="7fba726a-b0fb-4d88-b59c-bb634d89a4f0" providerId="ADAL" clId="{506FAE17-0E21-502D-BE9C-1CB4E43013BC}" dt="2026-05-14T10:52:19.058" v="3243" actId="20577"/>
          <ac:spMkLst>
            <pc:docMk/>
            <pc:sldMk cId="1532702594" sldId="884"/>
            <ac:spMk id="3" creationId="{43971755-2627-BDF8-7364-BC1282FF0ED1}"/>
          </ac:spMkLst>
        </pc:spChg>
      </pc:sldChg>
      <pc:sldChg chg="addSp modSp add mod setBg modAnim">
        <pc:chgData name="Wojciech Chojnacki" userId="7fba726a-b0fb-4d88-b59c-bb634d89a4f0" providerId="ADAL" clId="{506FAE17-0E21-502D-BE9C-1CB4E43013BC}" dt="2026-05-13T20:50:56.567" v="642"/>
        <pc:sldMkLst>
          <pc:docMk/>
          <pc:sldMk cId="3825695947" sldId="888"/>
        </pc:sldMkLst>
        <pc:spChg chg="add mod">
          <ac:chgData name="Wojciech Chojnacki" userId="7fba726a-b0fb-4d88-b59c-bb634d89a4f0" providerId="ADAL" clId="{506FAE17-0E21-502D-BE9C-1CB4E43013BC}" dt="2026-05-13T20:47:50.747" v="601" actId="14100"/>
          <ac:spMkLst>
            <pc:docMk/>
            <pc:sldMk cId="3825695947" sldId="888"/>
            <ac:spMk id="3" creationId="{BD84CBD0-9E76-9918-B140-BED3F628CF0E}"/>
          </ac:spMkLst>
        </pc:spChg>
        <pc:spChg chg="mod">
          <ac:chgData name="Wojciech Chojnacki" userId="7fba726a-b0fb-4d88-b59c-bb634d89a4f0" providerId="ADAL" clId="{506FAE17-0E21-502D-BE9C-1CB4E43013BC}" dt="2026-05-13T20:47:21.832" v="592" actId="1076"/>
          <ac:spMkLst>
            <pc:docMk/>
            <pc:sldMk cId="3825695947" sldId="888"/>
            <ac:spMk id="9" creationId="{E2543AC6-E6B7-FEB2-535D-5CA782999DB7}"/>
          </ac:spMkLst>
        </pc:spChg>
        <pc:spChg chg="mod">
          <ac:chgData name="Wojciech Chojnacki" userId="7fba726a-b0fb-4d88-b59c-bb634d89a4f0" providerId="ADAL" clId="{506FAE17-0E21-502D-BE9C-1CB4E43013BC}" dt="2026-05-13T20:47:15.078" v="590" actId="1076"/>
          <ac:spMkLst>
            <pc:docMk/>
            <pc:sldMk cId="3825695947" sldId="888"/>
            <ac:spMk id="23" creationId="{06E5A0E9-BEA5-EA77-E4EB-F15FEEA8BCA9}"/>
          </ac:spMkLst>
        </pc:spChg>
        <pc:spChg chg="mod">
          <ac:chgData name="Wojciech Chojnacki" userId="7fba726a-b0fb-4d88-b59c-bb634d89a4f0" providerId="ADAL" clId="{506FAE17-0E21-502D-BE9C-1CB4E43013BC}" dt="2026-05-13T20:47:28.566" v="595" actId="1076"/>
          <ac:spMkLst>
            <pc:docMk/>
            <pc:sldMk cId="3825695947" sldId="888"/>
            <ac:spMk id="24" creationId="{96664BC9-0C16-6F36-FEF2-31FE23A3268B}"/>
          </ac:spMkLst>
        </pc:spChg>
        <pc:spChg chg="mod">
          <ac:chgData name="Wojciech Chojnacki" userId="7fba726a-b0fb-4d88-b59c-bb634d89a4f0" providerId="ADAL" clId="{506FAE17-0E21-502D-BE9C-1CB4E43013BC}" dt="2026-05-13T20:47:53.409" v="603" actId="1076"/>
          <ac:spMkLst>
            <pc:docMk/>
            <pc:sldMk cId="3825695947" sldId="888"/>
            <ac:spMk id="33" creationId="{9EEEB1E4-967F-D629-6CB4-51201E8A378B}"/>
          </ac:spMkLst>
        </pc:spChg>
      </pc:sldChg>
      <pc:sldChg chg="delSp modSp add del mod setBg modAnim modShow">
        <pc:chgData name="Wojciech Chojnacki" userId="7fba726a-b0fb-4d88-b59c-bb634d89a4f0" providerId="ADAL" clId="{506FAE17-0E21-502D-BE9C-1CB4E43013BC}" dt="2026-05-14T11:55:14.910" v="3300" actId="2696"/>
        <pc:sldMkLst>
          <pc:docMk/>
          <pc:sldMk cId="1649512508" sldId="889"/>
        </pc:sldMkLst>
        <pc:spChg chg="mod">
          <ac:chgData name="Wojciech Chojnacki" userId="7fba726a-b0fb-4d88-b59c-bb634d89a4f0" providerId="ADAL" clId="{506FAE17-0E21-502D-BE9C-1CB4E43013BC}" dt="2026-05-13T12:00:49.713" v="54" actId="1076"/>
          <ac:spMkLst>
            <pc:docMk/>
            <pc:sldMk cId="1649512508" sldId="889"/>
            <ac:spMk id="16" creationId="{97D3ADC3-B814-3617-E19A-B70EE678BE9E}"/>
          </ac:spMkLst>
        </pc:spChg>
        <pc:spChg chg="mod">
          <ac:chgData name="Wojciech Chojnacki" userId="7fba726a-b0fb-4d88-b59c-bb634d89a4f0" providerId="ADAL" clId="{506FAE17-0E21-502D-BE9C-1CB4E43013BC}" dt="2026-05-13T12:00:43.099" v="53" actId="1076"/>
          <ac:spMkLst>
            <pc:docMk/>
            <pc:sldMk cId="1649512508" sldId="889"/>
            <ac:spMk id="17" creationId="{4AAA779C-0A63-E67F-B545-A15FF0032579}"/>
          </ac:spMkLst>
        </pc:spChg>
        <pc:spChg chg="del">
          <ac:chgData name="Wojciech Chojnacki" userId="7fba726a-b0fb-4d88-b59c-bb634d89a4f0" providerId="ADAL" clId="{506FAE17-0E21-502D-BE9C-1CB4E43013BC}" dt="2026-05-13T12:00:55.959" v="55" actId="478"/>
          <ac:spMkLst>
            <pc:docMk/>
            <pc:sldMk cId="1649512508" sldId="889"/>
            <ac:spMk id="20" creationId="{E37EC2F0-4079-0795-FE36-291ED9BF49A1}"/>
          </ac:spMkLst>
        </pc:spChg>
        <pc:spChg chg="mod">
          <ac:chgData name="Wojciech Chojnacki" userId="7fba726a-b0fb-4d88-b59c-bb634d89a4f0" providerId="ADAL" clId="{506FAE17-0E21-502D-BE9C-1CB4E43013BC}" dt="2026-05-13T12:01:01.483" v="56" actId="1076"/>
          <ac:spMkLst>
            <pc:docMk/>
            <pc:sldMk cId="1649512508" sldId="889"/>
            <ac:spMk id="34" creationId="{73CE3184-05A2-162B-9DAB-2F1211FA8EA9}"/>
          </ac:spMkLst>
        </pc:spChg>
        <pc:picChg chg="mod">
          <ac:chgData name="Wojciech Chojnacki" userId="7fba726a-b0fb-4d88-b59c-bb634d89a4f0" providerId="ADAL" clId="{506FAE17-0E21-502D-BE9C-1CB4E43013BC}" dt="2026-05-13T12:00:49.713" v="54" actId="1076"/>
          <ac:picMkLst>
            <pc:docMk/>
            <pc:sldMk cId="1649512508" sldId="889"/>
            <ac:picMk id="13" creationId="{399632CF-DF67-8471-7F8A-E60A7D5271AE}"/>
          </ac:picMkLst>
        </pc:picChg>
        <pc:picChg chg="mod">
          <ac:chgData name="Wojciech Chojnacki" userId="7fba726a-b0fb-4d88-b59c-bb634d89a4f0" providerId="ADAL" clId="{506FAE17-0E21-502D-BE9C-1CB4E43013BC}" dt="2026-05-13T12:00:43.099" v="53" actId="1076"/>
          <ac:picMkLst>
            <pc:docMk/>
            <pc:sldMk cId="1649512508" sldId="889"/>
            <ac:picMk id="15" creationId="{77F00050-A8EA-3233-FD02-13F7F338655E}"/>
          </ac:picMkLst>
        </pc:picChg>
        <pc:picChg chg="del">
          <ac:chgData name="Wojciech Chojnacki" userId="7fba726a-b0fb-4d88-b59c-bb634d89a4f0" providerId="ADAL" clId="{506FAE17-0E21-502D-BE9C-1CB4E43013BC}" dt="2026-05-13T12:00:55.959" v="55" actId="478"/>
          <ac:picMkLst>
            <pc:docMk/>
            <pc:sldMk cId="1649512508" sldId="889"/>
            <ac:picMk id="1028" creationId="{41DB4E0A-2DFF-BEB2-E1AF-80488FAFA768}"/>
          </ac:picMkLst>
        </pc:picChg>
        <pc:picChg chg="mod">
          <ac:chgData name="Wojciech Chojnacki" userId="7fba726a-b0fb-4d88-b59c-bb634d89a4f0" providerId="ADAL" clId="{506FAE17-0E21-502D-BE9C-1CB4E43013BC}" dt="2026-05-13T12:01:01.483" v="56" actId="1076"/>
          <ac:picMkLst>
            <pc:docMk/>
            <pc:sldMk cId="1649512508" sldId="889"/>
            <ac:picMk id="1030" creationId="{0D9D2EA2-3744-9F63-208D-A6D7260E5EE7}"/>
          </ac:picMkLst>
        </pc:picChg>
      </pc:sldChg>
      <pc:sldChg chg="add">
        <pc:chgData name="Wojciech Chojnacki" userId="7fba726a-b0fb-4d88-b59c-bb634d89a4f0" providerId="ADAL" clId="{506FAE17-0E21-502D-BE9C-1CB4E43013BC}" dt="2026-05-13T10:59:45.741" v="10"/>
        <pc:sldMkLst>
          <pc:docMk/>
          <pc:sldMk cId="1360323289" sldId="891"/>
        </pc:sldMkLst>
      </pc:sldChg>
      <pc:sldChg chg="addSp delSp modSp add mod">
        <pc:chgData name="Wojciech Chojnacki" userId="7fba726a-b0fb-4d88-b59c-bb634d89a4f0" providerId="ADAL" clId="{506FAE17-0E21-502D-BE9C-1CB4E43013BC}" dt="2026-05-14T09:48:27.299" v="1669" actId="478"/>
        <pc:sldMkLst>
          <pc:docMk/>
          <pc:sldMk cId="4214212158" sldId="892"/>
        </pc:sldMkLst>
        <pc:spChg chg="mod">
          <ac:chgData name="Wojciech Chojnacki" userId="7fba726a-b0fb-4d88-b59c-bb634d89a4f0" providerId="ADAL" clId="{506FAE17-0E21-502D-BE9C-1CB4E43013BC}" dt="2026-05-14T09:48:26.567" v="1668" actId="1076"/>
          <ac:spMkLst>
            <pc:docMk/>
            <pc:sldMk cId="4214212158" sldId="892"/>
            <ac:spMk id="7" creationId="{214DA329-156D-6ABA-6C3F-9234977555B9}"/>
          </ac:spMkLst>
        </pc:spChg>
        <pc:spChg chg="mod">
          <ac:chgData name="Wojciech Chojnacki" userId="7fba726a-b0fb-4d88-b59c-bb634d89a4f0" providerId="ADAL" clId="{506FAE17-0E21-502D-BE9C-1CB4E43013BC}" dt="2026-05-14T09:48:26.567" v="1668" actId="1076"/>
          <ac:spMkLst>
            <pc:docMk/>
            <pc:sldMk cId="4214212158" sldId="892"/>
            <ac:spMk id="8" creationId="{824883B3-F1B5-8DCA-EEB2-050F0B81A445}"/>
          </ac:spMkLst>
        </pc:spChg>
        <pc:spChg chg="mod">
          <ac:chgData name="Wojciech Chojnacki" userId="7fba726a-b0fb-4d88-b59c-bb634d89a4f0" providerId="ADAL" clId="{506FAE17-0E21-502D-BE9C-1CB4E43013BC}" dt="2026-05-14T09:48:26.567" v="1668" actId="1076"/>
          <ac:spMkLst>
            <pc:docMk/>
            <pc:sldMk cId="4214212158" sldId="892"/>
            <ac:spMk id="9" creationId="{CB700563-FEC4-6EC4-D33E-340DE53CA8BD}"/>
          </ac:spMkLst>
        </pc:spChg>
        <pc:spChg chg="mod">
          <ac:chgData name="Wojciech Chojnacki" userId="7fba726a-b0fb-4d88-b59c-bb634d89a4f0" providerId="ADAL" clId="{506FAE17-0E21-502D-BE9C-1CB4E43013BC}" dt="2026-05-14T09:48:26.567" v="1668" actId="1076"/>
          <ac:spMkLst>
            <pc:docMk/>
            <pc:sldMk cId="4214212158" sldId="892"/>
            <ac:spMk id="10" creationId="{69312F70-C3C4-4A31-1E44-106A86A878A3}"/>
          </ac:spMkLst>
        </pc:spChg>
        <pc:spChg chg="mod">
          <ac:chgData name="Wojciech Chojnacki" userId="7fba726a-b0fb-4d88-b59c-bb634d89a4f0" providerId="ADAL" clId="{506FAE17-0E21-502D-BE9C-1CB4E43013BC}" dt="2026-05-14T09:48:26.567" v="1668" actId="1076"/>
          <ac:spMkLst>
            <pc:docMk/>
            <pc:sldMk cId="4214212158" sldId="892"/>
            <ac:spMk id="11" creationId="{0B08581E-2553-5A8C-EB36-7E3C693FE32C}"/>
          </ac:spMkLst>
        </pc:spChg>
        <pc:spChg chg="mod">
          <ac:chgData name="Wojciech Chojnacki" userId="7fba726a-b0fb-4d88-b59c-bb634d89a4f0" providerId="ADAL" clId="{506FAE17-0E21-502D-BE9C-1CB4E43013BC}" dt="2026-05-14T09:48:26.567" v="1668" actId="1076"/>
          <ac:spMkLst>
            <pc:docMk/>
            <pc:sldMk cId="4214212158" sldId="892"/>
            <ac:spMk id="12" creationId="{987A6B15-3742-3089-A361-54128F4705AA}"/>
          </ac:spMkLst>
        </pc:spChg>
        <pc:spChg chg="add del">
          <ac:chgData name="Wojciech Chojnacki" userId="7fba726a-b0fb-4d88-b59c-bb634d89a4f0" providerId="ADAL" clId="{506FAE17-0E21-502D-BE9C-1CB4E43013BC}" dt="2026-05-14T09:48:27.299" v="1669" actId="478"/>
          <ac:spMkLst>
            <pc:docMk/>
            <pc:sldMk cId="4214212158" sldId="892"/>
            <ac:spMk id="13" creationId="{64C2FAB1-C0AF-0CBE-B6EF-C9E4B1F912A6}"/>
          </ac:spMkLst>
        </pc:spChg>
      </pc:sldChg>
      <pc:sldChg chg="modSp add mod">
        <pc:chgData name="Wojciech Chojnacki" userId="7fba726a-b0fb-4d88-b59c-bb634d89a4f0" providerId="ADAL" clId="{506FAE17-0E21-502D-BE9C-1CB4E43013BC}" dt="2026-05-14T09:49:28.772" v="1755" actId="1076"/>
        <pc:sldMkLst>
          <pc:docMk/>
          <pc:sldMk cId="1266345466" sldId="893"/>
        </pc:sldMkLst>
        <pc:spChg chg="mod">
          <ac:chgData name="Wojciech Chojnacki" userId="7fba726a-b0fb-4d88-b59c-bb634d89a4f0" providerId="ADAL" clId="{506FAE17-0E21-502D-BE9C-1CB4E43013BC}" dt="2026-05-13T20:15:47.305" v="141" actId="20577"/>
          <ac:spMkLst>
            <pc:docMk/>
            <pc:sldMk cId="1266345466" sldId="893"/>
            <ac:spMk id="6" creationId="{7740F675-FFE0-2C6E-9D0A-69EEFF3E3E47}"/>
          </ac:spMkLst>
        </pc:spChg>
        <pc:spChg chg="mod">
          <ac:chgData name="Wojciech Chojnacki" userId="7fba726a-b0fb-4d88-b59c-bb634d89a4f0" providerId="ADAL" clId="{506FAE17-0E21-502D-BE9C-1CB4E43013BC}" dt="2026-05-14T09:49:28.772" v="1755" actId="1076"/>
          <ac:spMkLst>
            <pc:docMk/>
            <pc:sldMk cId="1266345466" sldId="893"/>
            <ac:spMk id="15" creationId="{9D6F67FB-91B2-2E67-4202-8FB58EB9858F}"/>
          </ac:spMkLst>
        </pc:spChg>
        <pc:spChg chg="mod">
          <ac:chgData name="Wojciech Chojnacki" userId="7fba726a-b0fb-4d88-b59c-bb634d89a4f0" providerId="ADAL" clId="{506FAE17-0E21-502D-BE9C-1CB4E43013BC}" dt="2026-05-14T09:49:04.424" v="1709" actId="20577"/>
          <ac:spMkLst>
            <pc:docMk/>
            <pc:sldMk cId="1266345466" sldId="893"/>
            <ac:spMk id="17" creationId="{1D6E9507-B00D-8127-3694-8553C5A3F304}"/>
          </ac:spMkLst>
        </pc:spChg>
      </pc:sldChg>
      <pc:sldChg chg="modSp add mod ord">
        <pc:chgData name="Wojciech Chojnacki" userId="7fba726a-b0fb-4d88-b59c-bb634d89a4f0" providerId="ADAL" clId="{506FAE17-0E21-502D-BE9C-1CB4E43013BC}" dt="2026-05-14T10:03:34.019" v="2072" actId="20577"/>
        <pc:sldMkLst>
          <pc:docMk/>
          <pc:sldMk cId="414435932" sldId="896"/>
        </pc:sldMkLst>
        <pc:spChg chg="mod">
          <ac:chgData name="Wojciech Chojnacki" userId="7fba726a-b0fb-4d88-b59c-bb634d89a4f0" providerId="ADAL" clId="{506FAE17-0E21-502D-BE9C-1CB4E43013BC}" dt="2026-05-14T10:03:34.019" v="2072" actId="20577"/>
          <ac:spMkLst>
            <pc:docMk/>
            <pc:sldMk cId="414435932" sldId="896"/>
            <ac:spMk id="594" creationId="{C20FA641-729E-1C20-126A-68C21FB6D414}"/>
          </ac:spMkLst>
        </pc:spChg>
      </pc:sldChg>
      <pc:sldChg chg="add ord setBg">
        <pc:chgData name="Wojciech Chojnacki" userId="7fba726a-b0fb-4d88-b59c-bb634d89a4f0" providerId="ADAL" clId="{506FAE17-0E21-502D-BE9C-1CB4E43013BC}" dt="2026-05-13T20:51:04.771" v="643"/>
        <pc:sldMkLst>
          <pc:docMk/>
          <pc:sldMk cId="1390092708" sldId="899"/>
        </pc:sldMkLst>
      </pc:sldChg>
      <pc:sldChg chg="del">
        <pc:chgData name="Wojciech Chojnacki" userId="7fba726a-b0fb-4d88-b59c-bb634d89a4f0" providerId="ADAL" clId="{506FAE17-0E21-502D-BE9C-1CB4E43013BC}" dt="2026-05-13T10:58:25.494" v="4" actId="2696"/>
        <pc:sldMkLst>
          <pc:docMk/>
          <pc:sldMk cId="495638375" sldId="904"/>
        </pc:sldMkLst>
      </pc:sldChg>
      <pc:sldChg chg="del">
        <pc:chgData name="Wojciech Chojnacki" userId="7fba726a-b0fb-4d88-b59c-bb634d89a4f0" providerId="ADAL" clId="{506FAE17-0E21-502D-BE9C-1CB4E43013BC}" dt="2026-05-13T10:58:25.925" v="5" actId="2696"/>
        <pc:sldMkLst>
          <pc:docMk/>
          <pc:sldMk cId="1073111315" sldId="905"/>
        </pc:sldMkLst>
      </pc:sldChg>
      <pc:sldChg chg="del">
        <pc:chgData name="Wojciech Chojnacki" userId="7fba726a-b0fb-4d88-b59c-bb634d89a4f0" providerId="ADAL" clId="{506FAE17-0E21-502D-BE9C-1CB4E43013BC}" dt="2026-05-13T10:58:26.327" v="6" actId="2696"/>
        <pc:sldMkLst>
          <pc:docMk/>
          <pc:sldMk cId="3068500093" sldId="906"/>
        </pc:sldMkLst>
      </pc:sldChg>
      <pc:sldChg chg="del">
        <pc:chgData name="Wojciech Chojnacki" userId="7fba726a-b0fb-4d88-b59c-bb634d89a4f0" providerId="ADAL" clId="{506FAE17-0E21-502D-BE9C-1CB4E43013BC}" dt="2026-05-13T10:58:25.223" v="3" actId="2696"/>
        <pc:sldMkLst>
          <pc:docMk/>
          <pc:sldMk cId="3022254419" sldId="907"/>
        </pc:sldMkLst>
      </pc:sldChg>
      <pc:sldChg chg="mod ord modShow">
        <pc:chgData name="Wojciech Chojnacki" userId="7fba726a-b0fb-4d88-b59c-bb634d89a4f0" providerId="ADAL" clId="{506FAE17-0E21-502D-BE9C-1CB4E43013BC}" dt="2026-05-14T14:09:16.688" v="3302" actId="729"/>
        <pc:sldMkLst>
          <pc:docMk/>
          <pc:sldMk cId="176800966" sldId="909"/>
        </pc:sldMkLst>
      </pc:sldChg>
      <pc:sldChg chg="add ord setBg">
        <pc:chgData name="Wojciech Chojnacki" userId="7fba726a-b0fb-4d88-b59c-bb634d89a4f0" providerId="ADAL" clId="{506FAE17-0E21-502D-BE9C-1CB4E43013BC}" dt="2026-05-13T11:00:49.196" v="11" actId="20578"/>
        <pc:sldMkLst>
          <pc:docMk/>
          <pc:sldMk cId="3924165480" sldId="910"/>
        </pc:sldMkLst>
      </pc:sldChg>
      <pc:sldChg chg="modSp mod">
        <pc:chgData name="Wojciech Chojnacki" userId="7fba726a-b0fb-4d88-b59c-bb634d89a4f0" providerId="ADAL" clId="{506FAE17-0E21-502D-BE9C-1CB4E43013BC}" dt="2026-05-14T10:07:13.133" v="2078" actId="14100"/>
        <pc:sldMkLst>
          <pc:docMk/>
          <pc:sldMk cId="2540907350" sldId="912"/>
        </pc:sldMkLst>
        <pc:spChg chg="mod">
          <ac:chgData name="Wojciech Chojnacki" userId="7fba726a-b0fb-4d88-b59c-bb634d89a4f0" providerId="ADAL" clId="{506FAE17-0E21-502D-BE9C-1CB4E43013BC}" dt="2026-05-14T10:07:13.133" v="2078" actId="14100"/>
          <ac:spMkLst>
            <pc:docMk/>
            <pc:sldMk cId="2540907350" sldId="912"/>
            <ac:spMk id="11" creationId="{2224E626-D443-521D-BA36-1386719F7D0E}"/>
          </ac:spMkLst>
        </pc:spChg>
      </pc:sldChg>
      <pc:sldChg chg="mod modShow">
        <pc:chgData name="Wojciech Chojnacki" userId="7fba726a-b0fb-4d88-b59c-bb634d89a4f0" providerId="ADAL" clId="{506FAE17-0E21-502D-BE9C-1CB4E43013BC}" dt="2026-05-14T09:00:30.016" v="1631" actId="729"/>
        <pc:sldMkLst>
          <pc:docMk/>
          <pc:sldMk cId="1191589602" sldId="913"/>
        </pc:sldMkLst>
      </pc:sldChg>
      <pc:sldChg chg="mod modShow">
        <pc:chgData name="Wojciech Chojnacki" userId="7fba726a-b0fb-4d88-b59c-bb634d89a4f0" providerId="ADAL" clId="{506FAE17-0E21-502D-BE9C-1CB4E43013BC}" dt="2026-05-14T09:00:30.016" v="1631" actId="729"/>
        <pc:sldMkLst>
          <pc:docMk/>
          <pc:sldMk cId="388226608" sldId="914"/>
        </pc:sldMkLst>
      </pc:sldChg>
      <pc:sldChg chg="ord">
        <pc:chgData name="Wojciech Chojnacki" userId="7fba726a-b0fb-4d88-b59c-bb634d89a4f0" providerId="ADAL" clId="{506FAE17-0E21-502D-BE9C-1CB4E43013BC}" dt="2026-05-14T10:34:34.623" v="2991" actId="20578"/>
        <pc:sldMkLst>
          <pc:docMk/>
          <pc:sldMk cId="2203130863" sldId="916"/>
        </pc:sldMkLst>
      </pc:sldChg>
      <pc:sldChg chg="mod ord modShow">
        <pc:chgData name="Wojciech Chojnacki" userId="7fba726a-b0fb-4d88-b59c-bb634d89a4f0" providerId="ADAL" clId="{506FAE17-0E21-502D-BE9C-1CB4E43013BC}" dt="2026-05-14T14:09:09.437" v="3301" actId="729"/>
        <pc:sldMkLst>
          <pc:docMk/>
          <pc:sldMk cId="4200090982" sldId="917"/>
        </pc:sldMkLst>
      </pc:sldChg>
      <pc:sldChg chg="mod modShow">
        <pc:chgData name="Wojciech Chojnacki" userId="7fba726a-b0fb-4d88-b59c-bb634d89a4f0" providerId="ADAL" clId="{506FAE17-0E21-502D-BE9C-1CB4E43013BC}" dt="2026-05-14T10:32:18.113" v="2867" actId="729"/>
        <pc:sldMkLst>
          <pc:docMk/>
          <pc:sldMk cId="1985189933" sldId="918"/>
        </pc:sldMkLst>
      </pc:sldChg>
      <pc:sldChg chg="addSp delSp modSp mod ord">
        <pc:chgData name="Wojciech Chojnacki" userId="7fba726a-b0fb-4d88-b59c-bb634d89a4f0" providerId="ADAL" clId="{506FAE17-0E21-502D-BE9C-1CB4E43013BC}" dt="2026-05-14T10:34:00.374" v="2990" actId="167"/>
        <pc:sldMkLst>
          <pc:docMk/>
          <pc:sldMk cId="2413337966" sldId="919"/>
        </pc:sldMkLst>
        <pc:spChg chg="mod">
          <ac:chgData name="Wojciech Chojnacki" userId="7fba726a-b0fb-4d88-b59c-bb634d89a4f0" providerId="ADAL" clId="{506FAE17-0E21-502D-BE9C-1CB4E43013BC}" dt="2026-05-14T10:33:14.291" v="2985" actId="20577"/>
          <ac:spMkLst>
            <pc:docMk/>
            <pc:sldMk cId="2413337966" sldId="919"/>
            <ac:spMk id="3" creationId="{AD1329BB-42F0-215F-B3FD-308AEC897B88}"/>
          </ac:spMkLst>
        </pc:spChg>
        <pc:picChg chg="add mod">
          <ac:chgData name="Wojciech Chojnacki" userId="7fba726a-b0fb-4d88-b59c-bb634d89a4f0" providerId="ADAL" clId="{506FAE17-0E21-502D-BE9C-1CB4E43013BC}" dt="2026-05-14T10:34:00.374" v="2990" actId="167"/>
          <ac:picMkLst>
            <pc:docMk/>
            <pc:sldMk cId="2413337966" sldId="919"/>
            <ac:picMk id="2" creationId="{D77CCC81-CB6C-9840-AB73-9FC90EFD7FED}"/>
          </ac:picMkLst>
        </pc:picChg>
        <pc:picChg chg="del">
          <ac:chgData name="Wojciech Chojnacki" userId="7fba726a-b0fb-4d88-b59c-bb634d89a4f0" providerId="ADAL" clId="{506FAE17-0E21-502D-BE9C-1CB4E43013BC}" dt="2026-05-14T10:33:48.726" v="2986" actId="478"/>
          <ac:picMkLst>
            <pc:docMk/>
            <pc:sldMk cId="2413337966" sldId="919"/>
            <ac:picMk id="8" creationId="{8A000A51-366C-75FC-8FEA-14C8202561CD}"/>
          </ac:picMkLst>
        </pc:picChg>
      </pc:sldChg>
      <pc:sldChg chg="modSp ord">
        <pc:chgData name="Wojciech Chojnacki" userId="7fba726a-b0fb-4d88-b59c-bb634d89a4f0" providerId="ADAL" clId="{506FAE17-0E21-502D-BE9C-1CB4E43013BC}" dt="2026-05-14T10:32:56.724" v="2922" actId="20577"/>
        <pc:sldMkLst>
          <pc:docMk/>
          <pc:sldMk cId="2764025458" sldId="921"/>
        </pc:sldMkLst>
        <pc:spChg chg="mod">
          <ac:chgData name="Wojciech Chojnacki" userId="7fba726a-b0fb-4d88-b59c-bb634d89a4f0" providerId="ADAL" clId="{506FAE17-0E21-502D-BE9C-1CB4E43013BC}" dt="2026-05-14T10:32:56.724" v="2922" actId="20577"/>
          <ac:spMkLst>
            <pc:docMk/>
            <pc:sldMk cId="2764025458" sldId="921"/>
            <ac:spMk id="3" creationId="{90B50C31-B6B6-C8F0-B3C0-F24EAA04C6FC}"/>
          </ac:spMkLst>
        </pc:spChg>
      </pc:sldChg>
      <pc:sldChg chg="del">
        <pc:chgData name="Wojciech Chojnacki" userId="7fba726a-b0fb-4d88-b59c-bb634d89a4f0" providerId="ADAL" clId="{506FAE17-0E21-502D-BE9C-1CB4E43013BC}" dt="2026-05-14T09:01:10.951" v="1632" actId="2696"/>
        <pc:sldMkLst>
          <pc:docMk/>
          <pc:sldMk cId="3362312427" sldId="922"/>
        </pc:sldMkLst>
      </pc:sldChg>
      <pc:sldChg chg="mod modShow">
        <pc:chgData name="Wojciech Chojnacki" userId="7fba726a-b0fb-4d88-b59c-bb634d89a4f0" providerId="ADAL" clId="{506FAE17-0E21-502D-BE9C-1CB4E43013BC}" dt="2026-05-13T12:12:28.455" v="70" actId="729"/>
        <pc:sldMkLst>
          <pc:docMk/>
          <pc:sldMk cId="1977629048" sldId="923"/>
        </pc:sldMkLst>
      </pc:sldChg>
      <pc:sldChg chg="del">
        <pc:chgData name="Wojciech Chojnacki" userId="7fba726a-b0fb-4d88-b59c-bb634d89a4f0" providerId="ADAL" clId="{506FAE17-0E21-502D-BE9C-1CB4E43013BC}" dt="2026-05-14T10:34:46.830" v="2992" actId="2696"/>
        <pc:sldMkLst>
          <pc:docMk/>
          <pc:sldMk cId="1908274776" sldId="924"/>
        </pc:sldMkLst>
      </pc:sldChg>
      <pc:sldChg chg="mod ord modShow">
        <pc:chgData name="Wojciech Chojnacki" userId="7fba726a-b0fb-4d88-b59c-bb634d89a4f0" providerId="ADAL" clId="{506FAE17-0E21-502D-BE9C-1CB4E43013BC}" dt="2026-05-14T14:09:16.688" v="3302" actId="729"/>
        <pc:sldMkLst>
          <pc:docMk/>
          <pc:sldMk cId="1794068551" sldId="925"/>
        </pc:sldMkLst>
      </pc:sldChg>
      <pc:sldChg chg="mod ord modShow">
        <pc:chgData name="Wojciech Chojnacki" userId="7fba726a-b0fb-4d88-b59c-bb634d89a4f0" providerId="ADAL" clId="{506FAE17-0E21-502D-BE9C-1CB4E43013BC}" dt="2026-05-14T14:09:16.688" v="3302" actId="729"/>
        <pc:sldMkLst>
          <pc:docMk/>
          <pc:sldMk cId="2555778727" sldId="926"/>
        </pc:sldMkLst>
      </pc:sldChg>
      <pc:sldChg chg="modSp mod ord">
        <pc:chgData name="Wojciech Chojnacki" userId="7fba726a-b0fb-4d88-b59c-bb634d89a4f0" providerId="ADAL" clId="{506FAE17-0E21-502D-BE9C-1CB4E43013BC}" dt="2026-05-14T10:05:52.452" v="2073"/>
        <pc:sldMkLst>
          <pc:docMk/>
          <pc:sldMk cId="1123917034" sldId="927"/>
        </pc:sldMkLst>
        <pc:spChg chg="mod">
          <ac:chgData name="Wojciech Chojnacki" userId="7fba726a-b0fb-4d88-b59c-bb634d89a4f0" providerId="ADAL" clId="{506FAE17-0E21-502D-BE9C-1CB4E43013BC}" dt="2026-05-14T08:30:29.356" v="1629" actId="14100"/>
          <ac:spMkLst>
            <pc:docMk/>
            <pc:sldMk cId="1123917034" sldId="927"/>
            <ac:spMk id="6" creationId="{A5529F75-729A-39E7-927F-61CD3EDE14B1}"/>
          </ac:spMkLst>
        </pc:spChg>
        <pc:spChg chg="mod">
          <ac:chgData name="Wojciech Chojnacki" userId="7fba726a-b0fb-4d88-b59c-bb634d89a4f0" providerId="ADAL" clId="{506FAE17-0E21-502D-BE9C-1CB4E43013BC}" dt="2026-05-14T10:05:52.452" v="2073"/>
          <ac:spMkLst>
            <pc:docMk/>
            <pc:sldMk cId="1123917034" sldId="927"/>
            <ac:spMk id="594" creationId="{53E97AE6-E1B0-2120-F1D5-5183AD01B062}"/>
          </ac:spMkLst>
        </pc:spChg>
      </pc:sldChg>
      <pc:sldChg chg="modSp">
        <pc:chgData name="Wojciech Chojnacki" userId="7fba726a-b0fb-4d88-b59c-bb634d89a4f0" providerId="ADAL" clId="{506FAE17-0E21-502D-BE9C-1CB4E43013BC}" dt="2026-05-14T09:01:52.951" v="1663" actId="20577"/>
        <pc:sldMkLst>
          <pc:docMk/>
          <pc:sldMk cId="1387669760" sldId="928"/>
        </pc:sldMkLst>
        <pc:spChg chg="mod">
          <ac:chgData name="Wojciech Chojnacki" userId="7fba726a-b0fb-4d88-b59c-bb634d89a4f0" providerId="ADAL" clId="{506FAE17-0E21-502D-BE9C-1CB4E43013BC}" dt="2026-05-14T09:01:52.951" v="1663" actId="20577"/>
          <ac:spMkLst>
            <pc:docMk/>
            <pc:sldMk cId="1387669760" sldId="928"/>
            <ac:spMk id="4" creationId="{9E90E18B-83F2-A9BB-5B00-A5571043F862}"/>
          </ac:spMkLst>
        </pc:spChg>
      </pc:sldChg>
      <pc:sldChg chg="delSp modSp del mod">
        <pc:chgData name="Wojciech Chojnacki" userId="7fba726a-b0fb-4d88-b59c-bb634d89a4f0" providerId="ADAL" clId="{506FAE17-0E21-502D-BE9C-1CB4E43013BC}" dt="2026-05-14T09:53:22.923" v="1825" actId="2696"/>
        <pc:sldMkLst>
          <pc:docMk/>
          <pc:sldMk cId="2734727291" sldId="929"/>
        </pc:sldMkLst>
        <pc:spChg chg="mod">
          <ac:chgData name="Wojciech Chojnacki" userId="7fba726a-b0fb-4d88-b59c-bb634d89a4f0" providerId="ADAL" clId="{506FAE17-0E21-502D-BE9C-1CB4E43013BC}" dt="2026-05-14T09:53:08.136" v="1823" actId="20577"/>
          <ac:spMkLst>
            <pc:docMk/>
            <pc:sldMk cId="2734727291" sldId="929"/>
            <ac:spMk id="7" creationId="{2E0E6CD9-5B38-E19D-474B-5D0B6C959303}"/>
          </ac:spMkLst>
        </pc:spChg>
        <pc:picChg chg="del">
          <ac:chgData name="Wojciech Chojnacki" userId="7fba726a-b0fb-4d88-b59c-bb634d89a4f0" providerId="ADAL" clId="{506FAE17-0E21-502D-BE9C-1CB4E43013BC}" dt="2026-05-14T09:53:21.414" v="1824" actId="478"/>
          <ac:picMkLst>
            <pc:docMk/>
            <pc:sldMk cId="2734727291" sldId="929"/>
            <ac:picMk id="2" creationId="{5B4B13DA-BAC0-8218-053F-6DFD868F04F7}"/>
          </ac:picMkLst>
        </pc:picChg>
      </pc:sldChg>
      <pc:sldChg chg="mod modShow">
        <pc:chgData name="Wojciech Chojnacki" userId="7fba726a-b0fb-4d88-b59c-bb634d89a4f0" providerId="ADAL" clId="{506FAE17-0E21-502D-BE9C-1CB4E43013BC}" dt="2026-05-13T12:13:16.885" v="71" actId="729"/>
        <pc:sldMkLst>
          <pc:docMk/>
          <pc:sldMk cId="2557560776" sldId="931"/>
        </pc:sldMkLst>
      </pc:sldChg>
      <pc:sldChg chg="del">
        <pc:chgData name="Wojciech Chojnacki" userId="7fba726a-b0fb-4d88-b59c-bb634d89a4f0" providerId="ADAL" clId="{506FAE17-0E21-502D-BE9C-1CB4E43013BC}" dt="2026-05-14T07:29:05.576" v="1618" actId="2696"/>
        <pc:sldMkLst>
          <pc:docMk/>
          <pc:sldMk cId="3262332442" sldId="932"/>
        </pc:sldMkLst>
      </pc:sldChg>
      <pc:sldChg chg="addSp delSp modSp mod ord">
        <pc:chgData name="Wojciech Chojnacki" userId="7fba726a-b0fb-4d88-b59c-bb634d89a4f0" providerId="ADAL" clId="{506FAE17-0E21-502D-BE9C-1CB4E43013BC}" dt="2026-05-14T10:05:56.764" v="2074"/>
        <pc:sldMkLst>
          <pc:docMk/>
          <pc:sldMk cId="3105502526" sldId="933"/>
        </pc:sldMkLst>
        <pc:spChg chg="mod">
          <ac:chgData name="Wojciech Chojnacki" userId="7fba726a-b0fb-4d88-b59c-bb634d89a4f0" providerId="ADAL" clId="{506FAE17-0E21-502D-BE9C-1CB4E43013BC}" dt="2026-05-14T08:30:36.959" v="1630" actId="20577"/>
          <ac:spMkLst>
            <pc:docMk/>
            <pc:sldMk cId="3105502526" sldId="933"/>
            <ac:spMk id="3" creationId="{112BD9E6-26ED-5F01-A178-AA0FF3444A3F}"/>
          </ac:spMkLst>
        </pc:spChg>
        <pc:spChg chg="mod">
          <ac:chgData name="Wojciech Chojnacki" userId="7fba726a-b0fb-4d88-b59c-bb634d89a4f0" providerId="ADAL" clId="{506FAE17-0E21-502D-BE9C-1CB4E43013BC}" dt="2026-05-14T08:30:21.590" v="1628" actId="255"/>
          <ac:spMkLst>
            <pc:docMk/>
            <pc:sldMk cId="3105502526" sldId="933"/>
            <ac:spMk id="6" creationId="{70F7B685-A2EA-BAC7-D23A-5940A237F393}"/>
          </ac:spMkLst>
        </pc:spChg>
        <pc:spChg chg="mod">
          <ac:chgData name="Wojciech Chojnacki" userId="7fba726a-b0fb-4d88-b59c-bb634d89a4f0" providerId="ADAL" clId="{506FAE17-0E21-502D-BE9C-1CB4E43013BC}" dt="2026-05-13T20:41:19.674" v="222" actId="20577"/>
          <ac:spMkLst>
            <pc:docMk/>
            <pc:sldMk cId="3105502526" sldId="933"/>
            <ac:spMk id="592" creationId="{EAA7080F-608A-BD1C-EB0C-320BD969F23D}"/>
          </ac:spMkLst>
        </pc:spChg>
        <pc:spChg chg="mod">
          <ac:chgData name="Wojciech Chojnacki" userId="7fba726a-b0fb-4d88-b59c-bb634d89a4f0" providerId="ADAL" clId="{506FAE17-0E21-502D-BE9C-1CB4E43013BC}" dt="2026-05-14T10:05:56.764" v="2074"/>
          <ac:spMkLst>
            <pc:docMk/>
            <pc:sldMk cId="3105502526" sldId="933"/>
            <ac:spMk id="594" creationId="{E319FC07-A9D8-2F16-7E74-A63E3AB237BC}"/>
          </ac:spMkLst>
        </pc:spChg>
        <pc:picChg chg="add mod">
          <ac:chgData name="Wojciech Chojnacki" userId="7fba726a-b0fb-4d88-b59c-bb634d89a4f0" providerId="ADAL" clId="{506FAE17-0E21-502D-BE9C-1CB4E43013BC}" dt="2026-05-13T20:41:14.247" v="211" actId="1076"/>
          <ac:picMkLst>
            <pc:docMk/>
            <pc:sldMk cId="3105502526" sldId="933"/>
            <ac:picMk id="4" creationId="{15D27418-0B14-48CD-A338-EB212E7FE0A4}"/>
          </ac:picMkLst>
        </pc:picChg>
        <pc:picChg chg="del">
          <ac:chgData name="Wojciech Chojnacki" userId="7fba726a-b0fb-4d88-b59c-bb634d89a4f0" providerId="ADAL" clId="{506FAE17-0E21-502D-BE9C-1CB4E43013BC}" dt="2026-05-13T20:39:37.085" v="208" actId="478"/>
          <ac:picMkLst>
            <pc:docMk/>
            <pc:sldMk cId="3105502526" sldId="933"/>
            <ac:picMk id="4098" creationId="{DE259E5B-E447-7EAE-C495-7B58449E929F}"/>
          </ac:picMkLst>
        </pc:picChg>
      </pc:sldChg>
      <pc:sldChg chg="mod modShow">
        <pc:chgData name="Wojciech Chojnacki" userId="7fba726a-b0fb-4d88-b59c-bb634d89a4f0" providerId="ADAL" clId="{506FAE17-0E21-502D-BE9C-1CB4E43013BC}" dt="2026-05-13T20:36:41.937" v="142" actId="729"/>
        <pc:sldMkLst>
          <pc:docMk/>
          <pc:sldMk cId="320188678" sldId="934"/>
        </pc:sldMkLst>
      </pc:sldChg>
      <pc:sldChg chg="mod modShow">
        <pc:chgData name="Wojciech Chojnacki" userId="7fba726a-b0fb-4d88-b59c-bb634d89a4f0" providerId="ADAL" clId="{506FAE17-0E21-502D-BE9C-1CB4E43013BC}" dt="2026-05-13T20:36:41.937" v="142" actId="729"/>
        <pc:sldMkLst>
          <pc:docMk/>
          <pc:sldMk cId="684355495" sldId="935"/>
        </pc:sldMkLst>
      </pc:sldChg>
      <pc:sldChg chg="modSp add mod">
        <pc:chgData name="Wojciech Chojnacki" userId="7fba726a-b0fb-4d88-b59c-bb634d89a4f0" providerId="ADAL" clId="{506FAE17-0E21-502D-BE9C-1CB4E43013BC}" dt="2026-05-13T20:14:43.329" v="140" actId="1076"/>
        <pc:sldMkLst>
          <pc:docMk/>
          <pc:sldMk cId="517935962" sldId="938"/>
        </pc:sldMkLst>
        <pc:spChg chg="mod">
          <ac:chgData name="Wojciech Chojnacki" userId="7fba726a-b0fb-4d88-b59c-bb634d89a4f0" providerId="ADAL" clId="{506FAE17-0E21-502D-BE9C-1CB4E43013BC}" dt="2026-05-13T20:14:30.431" v="124" actId="14100"/>
          <ac:spMkLst>
            <pc:docMk/>
            <pc:sldMk cId="517935962" sldId="938"/>
            <ac:spMk id="2" creationId="{81FB64D4-8060-88CF-575B-D05C2DF13063}"/>
          </ac:spMkLst>
        </pc:spChg>
        <pc:spChg chg="mod">
          <ac:chgData name="Wojciech Chojnacki" userId="7fba726a-b0fb-4d88-b59c-bb634d89a4f0" providerId="ADAL" clId="{506FAE17-0E21-502D-BE9C-1CB4E43013BC}" dt="2026-05-13T20:14:43.329" v="140" actId="1076"/>
          <ac:spMkLst>
            <pc:docMk/>
            <pc:sldMk cId="517935962" sldId="938"/>
            <ac:spMk id="4" creationId="{F4735821-6E8F-6928-EF15-FD05E445788A}"/>
          </ac:spMkLst>
        </pc:spChg>
      </pc:sldChg>
      <pc:sldChg chg="del">
        <pc:chgData name="Wojciech Chojnacki" userId="7fba726a-b0fb-4d88-b59c-bb634d89a4f0" providerId="ADAL" clId="{506FAE17-0E21-502D-BE9C-1CB4E43013BC}" dt="2026-05-13T10:58:26.739" v="7" actId="2696"/>
        <pc:sldMkLst>
          <pc:docMk/>
          <pc:sldMk cId="3483488367" sldId="938"/>
        </pc:sldMkLst>
      </pc:sldChg>
      <pc:sldChg chg="addSp delSp modSp add mod ord modTransition modAnim">
        <pc:chgData name="Wojciech Chojnacki" userId="7fba726a-b0fb-4d88-b59c-bb634d89a4f0" providerId="ADAL" clId="{506FAE17-0E21-502D-BE9C-1CB4E43013BC}" dt="2026-05-14T10:37:21.553" v="3005" actId="20578"/>
        <pc:sldMkLst>
          <pc:docMk/>
          <pc:sldMk cId="1502520167" sldId="939"/>
        </pc:sldMkLst>
        <pc:spChg chg="mod">
          <ac:chgData name="Wojciech Chojnacki" userId="7fba726a-b0fb-4d88-b59c-bb634d89a4f0" providerId="ADAL" clId="{506FAE17-0E21-502D-BE9C-1CB4E43013BC}" dt="2026-05-14T09:57:37.210" v="1899" actId="1076"/>
          <ac:spMkLst>
            <pc:docMk/>
            <pc:sldMk cId="1502520167" sldId="939"/>
            <ac:spMk id="2" creationId="{CE378E35-790B-20BF-07B7-3FA84998E560}"/>
          </ac:spMkLst>
        </pc:spChg>
        <pc:spChg chg="del mod">
          <ac:chgData name="Wojciech Chojnacki" userId="7fba726a-b0fb-4d88-b59c-bb634d89a4f0" providerId="ADAL" clId="{506FAE17-0E21-502D-BE9C-1CB4E43013BC}" dt="2026-05-14T09:49:36.875" v="1757" actId="478"/>
          <ac:spMkLst>
            <pc:docMk/>
            <pc:sldMk cId="1502520167" sldId="939"/>
            <ac:spMk id="3" creationId="{AC005380-BF54-321B-9602-813E25ACAF73}"/>
          </ac:spMkLst>
        </pc:spChg>
        <pc:spChg chg="mod">
          <ac:chgData name="Wojciech Chojnacki" userId="7fba726a-b0fb-4d88-b59c-bb634d89a4f0" providerId="ADAL" clId="{506FAE17-0E21-502D-BE9C-1CB4E43013BC}" dt="2026-05-14T09:55:53.047" v="1866" actId="1076"/>
          <ac:spMkLst>
            <pc:docMk/>
            <pc:sldMk cId="1502520167" sldId="939"/>
            <ac:spMk id="4" creationId="{2A501AEA-CD67-32B4-063A-76C4F0F37CF0}"/>
          </ac:spMkLst>
        </pc:spChg>
        <pc:spChg chg="mod">
          <ac:chgData name="Wojciech Chojnacki" userId="7fba726a-b0fb-4d88-b59c-bb634d89a4f0" providerId="ADAL" clId="{506FAE17-0E21-502D-BE9C-1CB4E43013BC}" dt="2026-05-14T09:57:43.035" v="1900" actId="1076"/>
          <ac:spMkLst>
            <pc:docMk/>
            <pc:sldMk cId="1502520167" sldId="939"/>
            <ac:spMk id="5" creationId="{3BE1E593-49E7-43E8-E1FC-64536A6CAE7C}"/>
          </ac:spMkLst>
        </pc:spChg>
        <pc:spChg chg="del">
          <ac:chgData name="Wojciech Chojnacki" userId="7fba726a-b0fb-4d88-b59c-bb634d89a4f0" providerId="ADAL" clId="{506FAE17-0E21-502D-BE9C-1CB4E43013BC}" dt="2026-05-14T07:13:45.255" v="1290" actId="478"/>
          <ac:spMkLst>
            <pc:docMk/>
            <pc:sldMk cId="1502520167" sldId="939"/>
            <ac:spMk id="6" creationId="{2D0D0B39-CA6D-FA5A-3181-0BE616970408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8" creationId="{2D8DB8BE-E4BC-E044-8252-A39046816ABB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9" creationId="{8647461C-3AA0-8720-7309-5DD415F2367D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10" creationId="{B07226E8-A34E-704A-E1A8-782F7524B7B3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11" creationId="{EC3FD39F-552C-D6AE-1DBF-D6E7142BA8EC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12" creationId="{26D80E11-6ACE-58C9-6055-2C0909E7212A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13" creationId="{3D886DAA-3596-F5AC-E40A-CFF0B5F3BEE5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14" creationId="{926EBDB8-BA38-76EA-EEA8-E9C7C50445FF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15" creationId="{CD6703E9-0434-267E-DFF5-B358E58759DF}"/>
          </ac:spMkLst>
        </pc:spChg>
        <pc:spChg chg="add mod">
          <ac:chgData name="Wojciech Chojnacki" userId="7fba726a-b0fb-4d88-b59c-bb634d89a4f0" providerId="ADAL" clId="{506FAE17-0E21-502D-BE9C-1CB4E43013BC}" dt="2026-05-14T07:13:47.848" v="1291"/>
          <ac:spMkLst>
            <pc:docMk/>
            <pc:sldMk cId="1502520167" sldId="939"/>
            <ac:spMk id="16" creationId="{ADA78906-0847-9FDB-6A57-7EF65E8253A4}"/>
          </ac:spMkLst>
        </pc:spChg>
        <pc:spChg chg="add mod">
          <ac:chgData name="Wojciech Chojnacki" userId="7fba726a-b0fb-4d88-b59c-bb634d89a4f0" providerId="ADAL" clId="{506FAE17-0E21-502D-BE9C-1CB4E43013BC}" dt="2026-05-14T09:55:24.501" v="1861" actId="1076"/>
          <ac:spMkLst>
            <pc:docMk/>
            <pc:sldMk cId="1502520167" sldId="939"/>
            <ac:spMk id="18" creationId="{FD37268B-238B-FCD5-2227-E12E17135D21}"/>
          </ac:spMkLst>
        </pc:spChg>
        <pc:spChg chg="add mod">
          <ac:chgData name="Wojciech Chojnacki" userId="7fba726a-b0fb-4d88-b59c-bb634d89a4f0" providerId="ADAL" clId="{506FAE17-0E21-502D-BE9C-1CB4E43013BC}" dt="2026-05-14T09:55:24.501" v="1861" actId="1076"/>
          <ac:spMkLst>
            <pc:docMk/>
            <pc:sldMk cId="1502520167" sldId="939"/>
            <ac:spMk id="19" creationId="{89DDB8C2-C097-0DEC-D1AF-98A644726040}"/>
          </ac:spMkLst>
        </pc:spChg>
        <pc:spChg chg="add mod">
          <ac:chgData name="Wojciech Chojnacki" userId="7fba726a-b0fb-4d88-b59c-bb634d89a4f0" providerId="ADAL" clId="{506FAE17-0E21-502D-BE9C-1CB4E43013BC}" dt="2026-05-14T09:55:24.501" v="1861" actId="1076"/>
          <ac:spMkLst>
            <pc:docMk/>
            <pc:sldMk cId="1502520167" sldId="939"/>
            <ac:spMk id="20" creationId="{068438D3-82DB-AD39-DE73-897B53514FB6}"/>
          </ac:spMkLst>
        </pc:spChg>
        <pc:spChg chg="add mod">
          <ac:chgData name="Wojciech Chojnacki" userId="7fba726a-b0fb-4d88-b59c-bb634d89a4f0" providerId="ADAL" clId="{506FAE17-0E21-502D-BE9C-1CB4E43013BC}" dt="2026-05-14T09:55:24.501" v="1861" actId="1076"/>
          <ac:spMkLst>
            <pc:docMk/>
            <pc:sldMk cId="1502520167" sldId="939"/>
            <ac:spMk id="21" creationId="{A22EC870-91DB-E5DA-33C1-62B403972329}"/>
          </ac:spMkLst>
        </pc:spChg>
        <pc:spChg chg="add mod">
          <ac:chgData name="Wojciech Chojnacki" userId="7fba726a-b0fb-4d88-b59c-bb634d89a4f0" providerId="ADAL" clId="{506FAE17-0E21-502D-BE9C-1CB4E43013BC}" dt="2026-05-14T09:55:24.501" v="1861" actId="1076"/>
          <ac:spMkLst>
            <pc:docMk/>
            <pc:sldMk cId="1502520167" sldId="939"/>
            <ac:spMk id="22" creationId="{94E772F0-4C0A-C536-4F91-990746653FB1}"/>
          </ac:spMkLst>
        </pc:spChg>
        <pc:spChg chg="add mod">
          <ac:chgData name="Wojciech Chojnacki" userId="7fba726a-b0fb-4d88-b59c-bb634d89a4f0" providerId="ADAL" clId="{506FAE17-0E21-502D-BE9C-1CB4E43013BC}" dt="2026-05-14T09:55:24.501" v="1861" actId="1076"/>
          <ac:spMkLst>
            <pc:docMk/>
            <pc:sldMk cId="1502520167" sldId="939"/>
            <ac:spMk id="23" creationId="{B21ED7A4-D5DD-656B-5645-ADE60CD011D0}"/>
          </ac:spMkLst>
        </pc:spChg>
        <pc:spChg chg="add mod">
          <ac:chgData name="Wojciech Chojnacki" userId="7fba726a-b0fb-4d88-b59c-bb634d89a4f0" providerId="ADAL" clId="{506FAE17-0E21-502D-BE9C-1CB4E43013BC}" dt="2026-05-14T09:55:24.501" v="1861" actId="1076"/>
          <ac:spMkLst>
            <pc:docMk/>
            <pc:sldMk cId="1502520167" sldId="939"/>
            <ac:spMk id="24" creationId="{FBC0A6F5-9344-5DD0-CC36-3F49566B946E}"/>
          </ac:spMkLst>
        </pc:spChg>
        <pc:spChg chg="add mod">
          <ac:chgData name="Wojciech Chojnacki" userId="7fba726a-b0fb-4d88-b59c-bb634d89a4f0" providerId="ADAL" clId="{506FAE17-0E21-502D-BE9C-1CB4E43013BC}" dt="2026-05-14T09:59:17.816" v="1920" actId="1076"/>
          <ac:spMkLst>
            <pc:docMk/>
            <pc:sldMk cId="1502520167" sldId="939"/>
            <ac:spMk id="25" creationId="{74365A5F-DB74-549A-F841-E64F7AC10B9D}"/>
          </ac:spMkLst>
        </pc:spChg>
        <pc:spChg chg="add del mod">
          <ac:chgData name="Wojciech Chojnacki" userId="7fba726a-b0fb-4d88-b59c-bb634d89a4f0" providerId="ADAL" clId="{506FAE17-0E21-502D-BE9C-1CB4E43013BC}" dt="2026-05-14T09:58:15.887" v="1911" actId="478"/>
          <ac:spMkLst>
            <pc:docMk/>
            <pc:sldMk cId="1502520167" sldId="939"/>
            <ac:spMk id="26" creationId="{6B9CE9EC-768A-3C78-FC71-1AC84B6E6379}"/>
          </ac:spMkLst>
        </pc:spChg>
        <pc:spChg chg="add del mod">
          <ac:chgData name="Wojciech Chojnacki" userId="7fba726a-b0fb-4d88-b59c-bb634d89a4f0" providerId="ADAL" clId="{506FAE17-0E21-502D-BE9C-1CB4E43013BC}" dt="2026-05-14T09:58:16.553" v="1912" actId="478"/>
          <ac:spMkLst>
            <pc:docMk/>
            <pc:sldMk cId="1502520167" sldId="939"/>
            <ac:spMk id="27" creationId="{A8A0FE4E-2B5A-6F7F-61AA-2510E2C766DA}"/>
          </ac:spMkLst>
        </pc:spChg>
        <pc:spChg chg="add mod">
          <ac:chgData name="Wojciech Chojnacki" userId="7fba726a-b0fb-4d88-b59c-bb634d89a4f0" providerId="ADAL" clId="{506FAE17-0E21-502D-BE9C-1CB4E43013BC}" dt="2026-05-14T10:00:54.577" v="1942" actId="14100"/>
          <ac:spMkLst>
            <pc:docMk/>
            <pc:sldMk cId="1502520167" sldId="939"/>
            <ac:spMk id="28" creationId="{2ECFEC11-3EE8-0133-6025-742ABE1EC7B2}"/>
          </ac:spMkLst>
        </pc:spChg>
        <pc:spChg chg="add mod">
          <ac:chgData name="Wojciech Chojnacki" userId="7fba726a-b0fb-4d88-b59c-bb634d89a4f0" providerId="ADAL" clId="{506FAE17-0E21-502D-BE9C-1CB4E43013BC}" dt="2026-05-14T09:57:17.917" v="1879" actId="14100"/>
          <ac:spMkLst>
            <pc:docMk/>
            <pc:sldMk cId="1502520167" sldId="939"/>
            <ac:spMk id="29" creationId="{982DC589-8081-10DB-8067-3FEC3F49AF4D}"/>
          </ac:spMkLst>
        </pc:spChg>
        <pc:spChg chg="add mod">
          <ac:chgData name="Wojciech Chojnacki" userId="7fba726a-b0fb-4d88-b59c-bb634d89a4f0" providerId="ADAL" clId="{506FAE17-0E21-502D-BE9C-1CB4E43013BC}" dt="2026-05-14T09:57:56.847" v="1905" actId="1076"/>
          <ac:spMkLst>
            <pc:docMk/>
            <pc:sldMk cId="1502520167" sldId="939"/>
            <ac:spMk id="30" creationId="{E7882BE5-46C1-5562-3FB5-918C3C14F270}"/>
          </ac:spMkLst>
        </pc:spChg>
        <pc:spChg chg="add mod">
          <ac:chgData name="Wojciech Chojnacki" userId="7fba726a-b0fb-4d88-b59c-bb634d89a4f0" providerId="ADAL" clId="{506FAE17-0E21-502D-BE9C-1CB4E43013BC}" dt="2026-05-14T09:58:09.557" v="1910" actId="14100"/>
          <ac:spMkLst>
            <pc:docMk/>
            <pc:sldMk cId="1502520167" sldId="939"/>
            <ac:spMk id="31" creationId="{711D1E7A-C2C5-7444-DA27-7FAA771DA8DD}"/>
          </ac:spMkLst>
        </pc:spChg>
        <pc:spChg chg="add mod">
          <ac:chgData name="Wojciech Chojnacki" userId="7fba726a-b0fb-4d88-b59c-bb634d89a4f0" providerId="ADAL" clId="{506FAE17-0E21-502D-BE9C-1CB4E43013BC}" dt="2026-05-14T10:00:16.978" v="1933" actId="167"/>
          <ac:spMkLst>
            <pc:docMk/>
            <pc:sldMk cId="1502520167" sldId="939"/>
            <ac:spMk id="32" creationId="{8A83DE74-1EE0-EC57-D9DA-085B88EBE512}"/>
          </ac:spMkLst>
        </pc:spChg>
        <pc:spChg chg="add mod">
          <ac:chgData name="Wojciech Chojnacki" userId="7fba726a-b0fb-4d88-b59c-bb634d89a4f0" providerId="ADAL" clId="{506FAE17-0E21-502D-BE9C-1CB4E43013BC}" dt="2026-05-14T10:00:19.762" v="1934" actId="167"/>
          <ac:spMkLst>
            <pc:docMk/>
            <pc:sldMk cId="1502520167" sldId="939"/>
            <ac:spMk id="33" creationId="{676A27FD-186C-FB0E-9EC9-5C9EE8365DD3}"/>
          </ac:spMkLst>
        </pc:spChg>
        <pc:spChg chg="add mod">
          <ac:chgData name="Wojciech Chojnacki" userId="7fba726a-b0fb-4d88-b59c-bb634d89a4f0" providerId="ADAL" clId="{506FAE17-0E21-502D-BE9C-1CB4E43013BC}" dt="2026-05-14T10:00:22.942" v="1935" actId="167"/>
          <ac:spMkLst>
            <pc:docMk/>
            <pc:sldMk cId="1502520167" sldId="939"/>
            <ac:spMk id="34" creationId="{E8D9462E-B792-1AF6-8B45-B479238E9660}"/>
          </ac:spMkLst>
        </pc:spChg>
        <pc:spChg chg="add mod">
          <ac:chgData name="Wojciech Chojnacki" userId="7fba726a-b0fb-4d88-b59c-bb634d89a4f0" providerId="ADAL" clId="{506FAE17-0E21-502D-BE9C-1CB4E43013BC}" dt="2026-05-14T10:00:41.424" v="1941" actId="14100"/>
          <ac:spMkLst>
            <pc:docMk/>
            <pc:sldMk cId="1502520167" sldId="939"/>
            <ac:spMk id="35" creationId="{F6FDA6C8-3852-881C-2EA5-8EF6E18253CB}"/>
          </ac:spMkLst>
        </pc:spChg>
        <pc:spChg chg="add mod">
          <ac:chgData name="Wojciech Chojnacki" userId="7fba726a-b0fb-4d88-b59c-bb634d89a4f0" providerId="ADAL" clId="{506FAE17-0E21-502D-BE9C-1CB4E43013BC}" dt="2026-05-14T10:02:09.618" v="1947" actId="14100"/>
          <ac:spMkLst>
            <pc:docMk/>
            <pc:sldMk cId="1502520167" sldId="939"/>
            <ac:spMk id="36" creationId="{50C90B43-A135-5907-D685-888B06F8A39E}"/>
          </ac:spMkLst>
        </pc:spChg>
        <pc:picChg chg="add mod">
          <ac:chgData name="Wojciech Chojnacki" userId="7fba726a-b0fb-4d88-b59c-bb634d89a4f0" providerId="ADAL" clId="{506FAE17-0E21-502D-BE9C-1CB4E43013BC}" dt="2026-05-14T07:13:47.848" v="1291"/>
          <ac:picMkLst>
            <pc:docMk/>
            <pc:sldMk cId="1502520167" sldId="939"/>
            <ac:picMk id="7" creationId="{FC4D3D27-778B-B259-0840-1686FA903E3D}"/>
          </ac:picMkLst>
        </pc:picChg>
        <pc:picChg chg="add mod">
          <ac:chgData name="Wojciech Chojnacki" userId="7fba726a-b0fb-4d88-b59c-bb634d89a4f0" providerId="ADAL" clId="{506FAE17-0E21-502D-BE9C-1CB4E43013BC}" dt="2026-05-14T09:55:24.501" v="1861" actId="1076"/>
          <ac:picMkLst>
            <pc:docMk/>
            <pc:sldMk cId="1502520167" sldId="939"/>
            <ac:picMk id="17" creationId="{C37D75A3-D05E-6C8D-224E-81D4843531F6}"/>
          </ac:picMkLst>
        </pc:picChg>
      </pc:sldChg>
      <pc:sldChg chg="del">
        <pc:chgData name="Wojciech Chojnacki" userId="7fba726a-b0fb-4d88-b59c-bb634d89a4f0" providerId="ADAL" clId="{506FAE17-0E21-502D-BE9C-1CB4E43013BC}" dt="2026-05-13T10:58:27.159" v="8" actId="2696"/>
        <pc:sldMkLst>
          <pc:docMk/>
          <pc:sldMk cId="2074905735" sldId="939"/>
        </pc:sldMkLst>
      </pc:sldChg>
      <pc:sldChg chg="addSp modSp add mod setBg modShow">
        <pc:chgData name="Wojciech Chojnacki" userId="7fba726a-b0fb-4d88-b59c-bb634d89a4f0" providerId="ADAL" clId="{506FAE17-0E21-502D-BE9C-1CB4E43013BC}" dt="2026-05-13T20:55:50.873" v="737" actId="729"/>
        <pc:sldMkLst>
          <pc:docMk/>
          <pc:sldMk cId="3704494031" sldId="973"/>
        </pc:sldMkLst>
        <pc:spChg chg="add mod">
          <ac:chgData name="Wojciech Chojnacki" userId="7fba726a-b0fb-4d88-b59c-bb634d89a4f0" providerId="ADAL" clId="{506FAE17-0E21-502D-BE9C-1CB4E43013BC}" dt="2026-05-13T12:05:33.381" v="69" actId="20577"/>
          <ac:spMkLst>
            <pc:docMk/>
            <pc:sldMk cId="3704494031" sldId="973"/>
            <ac:spMk id="14" creationId="{73ADEB23-4F32-C8D8-11A0-637673C2DA70}"/>
          </ac:spMkLst>
        </pc:spChg>
        <pc:picChg chg="add mod">
          <ac:chgData name="Wojciech Chojnacki" userId="7fba726a-b0fb-4d88-b59c-bb634d89a4f0" providerId="ADAL" clId="{506FAE17-0E21-502D-BE9C-1CB4E43013BC}" dt="2026-05-13T12:05:22.549" v="61" actId="1076"/>
          <ac:picMkLst>
            <pc:docMk/>
            <pc:sldMk cId="3704494031" sldId="973"/>
            <ac:picMk id="1026" creationId="{3A40E526-BF0F-A54B-66E6-AAADD833487F}"/>
          </ac:picMkLst>
        </pc:picChg>
      </pc:sldChg>
      <pc:sldChg chg="addSp delSp modSp add mod ord">
        <pc:chgData name="Wojciech Chojnacki" userId="7fba726a-b0fb-4d88-b59c-bb634d89a4f0" providerId="ADAL" clId="{506FAE17-0E21-502D-BE9C-1CB4E43013BC}" dt="2026-05-14T09:52:13.193" v="1799" actId="20578"/>
        <pc:sldMkLst>
          <pc:docMk/>
          <pc:sldMk cId="421635066" sldId="974"/>
        </pc:sldMkLst>
        <pc:spChg chg="mod">
          <ac:chgData name="Wojciech Chojnacki" userId="7fba726a-b0fb-4d88-b59c-bb634d89a4f0" providerId="ADAL" clId="{506FAE17-0E21-502D-BE9C-1CB4E43013BC}" dt="2026-05-13T12:25:35.310" v="106" actId="20577"/>
          <ac:spMkLst>
            <pc:docMk/>
            <pc:sldMk cId="421635066" sldId="974"/>
            <ac:spMk id="3" creationId="{5F76A51E-21C7-C53B-0834-7B86EA8082F2}"/>
          </ac:spMkLst>
        </pc:spChg>
        <pc:spChg chg="del">
          <ac:chgData name="Wojciech Chojnacki" userId="7fba726a-b0fb-4d88-b59c-bb634d89a4f0" providerId="ADAL" clId="{506FAE17-0E21-502D-BE9C-1CB4E43013BC}" dt="2026-05-13T12:25:20.138" v="73" actId="478"/>
          <ac:spMkLst>
            <pc:docMk/>
            <pc:sldMk cId="421635066" sldId="974"/>
            <ac:spMk id="7" creationId="{070AAA94-29AE-E34C-6DB7-232892036A1D}"/>
          </ac:spMkLst>
        </pc:spChg>
        <pc:spChg chg="del">
          <ac:chgData name="Wojciech Chojnacki" userId="7fba726a-b0fb-4d88-b59c-bb634d89a4f0" providerId="ADAL" clId="{506FAE17-0E21-502D-BE9C-1CB4E43013BC}" dt="2026-05-13T12:25:20.138" v="73" actId="478"/>
          <ac:spMkLst>
            <pc:docMk/>
            <pc:sldMk cId="421635066" sldId="974"/>
            <ac:spMk id="8" creationId="{04EB3C42-A86E-AF30-608B-E3D820043859}"/>
          </ac:spMkLst>
        </pc:spChg>
        <pc:spChg chg="del">
          <ac:chgData name="Wojciech Chojnacki" userId="7fba726a-b0fb-4d88-b59c-bb634d89a4f0" providerId="ADAL" clId="{506FAE17-0E21-502D-BE9C-1CB4E43013BC}" dt="2026-05-13T12:25:20.138" v="73" actId="478"/>
          <ac:spMkLst>
            <pc:docMk/>
            <pc:sldMk cId="421635066" sldId="974"/>
            <ac:spMk id="9" creationId="{2ECE3CBE-E69A-5A92-29E8-87582EF63F5D}"/>
          </ac:spMkLst>
        </pc:spChg>
        <pc:spChg chg="del">
          <ac:chgData name="Wojciech Chojnacki" userId="7fba726a-b0fb-4d88-b59c-bb634d89a4f0" providerId="ADAL" clId="{506FAE17-0E21-502D-BE9C-1CB4E43013BC}" dt="2026-05-13T12:25:20.138" v="73" actId="478"/>
          <ac:spMkLst>
            <pc:docMk/>
            <pc:sldMk cId="421635066" sldId="974"/>
            <ac:spMk id="10" creationId="{6BF0ADB6-7A81-4FC3-97FA-03513F690EF6}"/>
          </ac:spMkLst>
        </pc:spChg>
        <pc:spChg chg="del">
          <ac:chgData name="Wojciech Chojnacki" userId="7fba726a-b0fb-4d88-b59c-bb634d89a4f0" providerId="ADAL" clId="{506FAE17-0E21-502D-BE9C-1CB4E43013BC}" dt="2026-05-13T12:25:20.138" v="73" actId="478"/>
          <ac:spMkLst>
            <pc:docMk/>
            <pc:sldMk cId="421635066" sldId="974"/>
            <ac:spMk id="11" creationId="{B7007EA3-B1E7-3A55-DF20-E4DC2B015BEC}"/>
          </ac:spMkLst>
        </pc:spChg>
        <pc:spChg chg="del">
          <ac:chgData name="Wojciech Chojnacki" userId="7fba726a-b0fb-4d88-b59c-bb634d89a4f0" providerId="ADAL" clId="{506FAE17-0E21-502D-BE9C-1CB4E43013BC}" dt="2026-05-13T12:25:20.138" v="73" actId="478"/>
          <ac:spMkLst>
            <pc:docMk/>
            <pc:sldMk cId="421635066" sldId="974"/>
            <ac:spMk id="12" creationId="{68A96BBE-5686-658D-808D-573B2470D7AC}"/>
          </ac:spMkLst>
        </pc:spChg>
        <pc:spChg chg="del">
          <ac:chgData name="Wojciech Chojnacki" userId="7fba726a-b0fb-4d88-b59c-bb634d89a4f0" providerId="ADAL" clId="{506FAE17-0E21-502D-BE9C-1CB4E43013BC}" dt="2026-05-13T12:25:20.138" v="73" actId="478"/>
          <ac:spMkLst>
            <pc:docMk/>
            <pc:sldMk cId="421635066" sldId="974"/>
            <ac:spMk id="13" creationId="{13D3B91E-228F-6083-5857-6AF25D374A17}"/>
          </ac:spMkLst>
        </pc:spChg>
        <pc:picChg chg="del">
          <ac:chgData name="Wojciech Chojnacki" userId="7fba726a-b0fb-4d88-b59c-bb634d89a4f0" providerId="ADAL" clId="{506FAE17-0E21-502D-BE9C-1CB4E43013BC}" dt="2026-05-13T12:25:23.959" v="75" actId="478"/>
          <ac:picMkLst>
            <pc:docMk/>
            <pc:sldMk cId="421635066" sldId="974"/>
            <ac:picMk id="2" creationId="{D59DCAE9-703C-BAD6-8F04-29B5BECFF2F1}"/>
          </ac:picMkLst>
        </pc:picChg>
        <pc:picChg chg="add mod">
          <ac:chgData name="Wojciech Chojnacki" userId="7fba726a-b0fb-4d88-b59c-bb634d89a4f0" providerId="ADAL" clId="{506FAE17-0E21-502D-BE9C-1CB4E43013BC}" dt="2026-05-13T12:25:27.472" v="77" actId="14100"/>
          <ac:picMkLst>
            <pc:docMk/>
            <pc:sldMk cId="421635066" sldId="974"/>
            <ac:picMk id="4" creationId="{0838C89A-B981-E46D-0DFA-87AAC35EEBCA}"/>
          </ac:picMkLst>
        </pc:picChg>
        <pc:picChg chg="del">
          <ac:chgData name="Wojciech Chojnacki" userId="7fba726a-b0fb-4d88-b59c-bb634d89a4f0" providerId="ADAL" clId="{506FAE17-0E21-502D-BE9C-1CB4E43013BC}" dt="2026-05-13T12:25:22.355" v="74" actId="478"/>
          <ac:picMkLst>
            <pc:docMk/>
            <pc:sldMk cId="421635066" sldId="974"/>
            <ac:picMk id="5" creationId="{84D09784-BB85-3EDA-F0E7-4529A7398C9D}"/>
          </ac:picMkLst>
        </pc:picChg>
      </pc:sldChg>
      <pc:sldChg chg="modSp add mod setBg">
        <pc:chgData name="Wojciech Chojnacki" userId="7fba726a-b0fb-4d88-b59c-bb634d89a4f0" providerId="ADAL" clId="{506FAE17-0E21-502D-BE9C-1CB4E43013BC}" dt="2026-05-14T09:02:16.890" v="1665" actId="732"/>
        <pc:sldMkLst>
          <pc:docMk/>
          <pc:sldMk cId="2357592551" sldId="975"/>
        </pc:sldMkLst>
        <pc:picChg chg="mod modCrop">
          <ac:chgData name="Wojciech Chojnacki" userId="7fba726a-b0fb-4d88-b59c-bb634d89a4f0" providerId="ADAL" clId="{506FAE17-0E21-502D-BE9C-1CB4E43013BC}" dt="2026-05-14T09:02:16.890" v="1665" actId="732"/>
          <ac:picMkLst>
            <pc:docMk/>
            <pc:sldMk cId="2357592551" sldId="975"/>
            <ac:picMk id="5" creationId="{EF4361D6-7B65-A8C7-BB36-C878C42FE477}"/>
          </ac:picMkLst>
        </pc:picChg>
      </pc:sldChg>
      <pc:sldChg chg="modSp add del mod">
        <pc:chgData name="Wojciech Chojnacki" userId="7fba726a-b0fb-4d88-b59c-bb634d89a4f0" providerId="ADAL" clId="{506FAE17-0E21-502D-BE9C-1CB4E43013BC}" dt="2026-05-13T20:49:23.726" v="625" actId="2696"/>
        <pc:sldMkLst>
          <pc:docMk/>
          <pc:sldMk cId="1417365873" sldId="976"/>
        </pc:sldMkLst>
        <pc:spChg chg="mod">
          <ac:chgData name="Wojciech Chojnacki" userId="7fba726a-b0fb-4d88-b59c-bb634d89a4f0" providerId="ADAL" clId="{506FAE17-0E21-502D-BE9C-1CB4E43013BC}" dt="2026-05-13T20:48:59.581" v="624" actId="20577"/>
          <ac:spMkLst>
            <pc:docMk/>
            <pc:sldMk cId="1417365873" sldId="976"/>
            <ac:spMk id="2" creationId="{B11034CC-C600-3486-60D7-B81D206BEE48}"/>
          </ac:spMkLst>
        </pc:spChg>
      </pc:sldChg>
      <pc:sldChg chg="addSp delSp modSp add mod delAnim modAnim modShow">
        <pc:chgData name="Wojciech Chojnacki" userId="7fba726a-b0fb-4d88-b59c-bb634d89a4f0" providerId="ADAL" clId="{506FAE17-0E21-502D-BE9C-1CB4E43013BC}" dt="2026-05-14T07:17:15.736" v="1325" actId="729"/>
        <pc:sldMkLst>
          <pc:docMk/>
          <pc:sldMk cId="4251342003" sldId="976"/>
        </pc:sldMkLst>
        <pc:spChg chg="mod">
          <ac:chgData name="Wojciech Chojnacki" userId="7fba726a-b0fb-4d88-b59c-bb634d89a4f0" providerId="ADAL" clId="{506FAE17-0E21-502D-BE9C-1CB4E43013BC}" dt="2026-05-14T07:14:09.335" v="1293" actId="6549"/>
          <ac:spMkLst>
            <pc:docMk/>
            <pc:sldMk cId="4251342003" sldId="976"/>
            <ac:spMk id="2" creationId="{A3BEE26E-2845-ED79-DE45-0D38E016C1FA}"/>
          </ac:spMkLst>
        </pc:spChg>
        <pc:spChg chg="mod">
          <ac:chgData name="Wojciech Chojnacki" userId="7fba726a-b0fb-4d88-b59c-bb634d89a4f0" providerId="ADAL" clId="{506FAE17-0E21-502D-BE9C-1CB4E43013BC}" dt="2026-05-13T21:07:06.736" v="966" actId="20577"/>
          <ac:spMkLst>
            <pc:docMk/>
            <pc:sldMk cId="4251342003" sldId="976"/>
            <ac:spMk id="3" creationId="{FB1E598A-E839-C3CC-F47D-747AF40A4232}"/>
          </ac:spMkLst>
        </pc:spChg>
        <pc:spChg chg="mod">
          <ac:chgData name="Wojciech Chojnacki" userId="7fba726a-b0fb-4d88-b59c-bb634d89a4f0" providerId="ADAL" clId="{506FAE17-0E21-502D-BE9C-1CB4E43013BC}" dt="2026-05-13T21:06:58.430" v="948" actId="404"/>
          <ac:spMkLst>
            <pc:docMk/>
            <pc:sldMk cId="4251342003" sldId="976"/>
            <ac:spMk id="4" creationId="{716B3C22-53CE-F04F-7A10-BCC2C1F7327C}"/>
          </ac:spMkLst>
        </pc:spChg>
        <pc:spChg chg="mod">
          <ac:chgData name="Wojciech Chojnacki" userId="7fba726a-b0fb-4d88-b59c-bb634d89a4f0" providerId="ADAL" clId="{506FAE17-0E21-502D-BE9C-1CB4E43013BC}" dt="2026-05-13T21:12:44.770" v="1152" actId="1036"/>
          <ac:spMkLst>
            <pc:docMk/>
            <pc:sldMk cId="4251342003" sldId="976"/>
            <ac:spMk id="8" creationId="{700A10B3-ADE1-5CBA-271C-AEE7765305F2}"/>
          </ac:spMkLst>
        </pc:spChg>
        <pc:spChg chg="mod">
          <ac:chgData name="Wojciech Chojnacki" userId="7fba726a-b0fb-4d88-b59c-bb634d89a4f0" providerId="ADAL" clId="{506FAE17-0E21-502D-BE9C-1CB4E43013BC}" dt="2026-05-13T21:15:23.684" v="1184" actId="6559"/>
          <ac:spMkLst>
            <pc:docMk/>
            <pc:sldMk cId="4251342003" sldId="976"/>
            <ac:spMk id="10" creationId="{18827CAE-DE8F-14B4-53D8-FF3F43E8F699}"/>
          </ac:spMkLst>
        </pc:spChg>
        <pc:spChg chg="del mod">
          <ac:chgData name="Wojciech Chojnacki" userId="7fba726a-b0fb-4d88-b59c-bb634d89a4f0" providerId="ADAL" clId="{506FAE17-0E21-502D-BE9C-1CB4E43013BC}" dt="2026-05-13T21:08:52.947" v="1095" actId="478"/>
          <ac:spMkLst>
            <pc:docMk/>
            <pc:sldMk cId="4251342003" sldId="976"/>
            <ac:spMk id="11" creationId="{C207D08A-4061-05A4-78E1-C96CD1355F63}"/>
          </ac:spMkLst>
        </pc:spChg>
        <pc:spChg chg="del">
          <ac:chgData name="Wojciech Chojnacki" userId="7fba726a-b0fb-4d88-b59c-bb634d89a4f0" providerId="ADAL" clId="{506FAE17-0E21-502D-BE9C-1CB4E43013BC}" dt="2026-05-13T21:08:57.897" v="1096" actId="478"/>
          <ac:spMkLst>
            <pc:docMk/>
            <pc:sldMk cId="4251342003" sldId="976"/>
            <ac:spMk id="12" creationId="{F6DDE8D1-2261-703A-993F-FC44DE98F2FA}"/>
          </ac:spMkLst>
        </pc:spChg>
        <pc:spChg chg="del">
          <ac:chgData name="Wojciech Chojnacki" userId="7fba726a-b0fb-4d88-b59c-bb634d89a4f0" providerId="ADAL" clId="{506FAE17-0E21-502D-BE9C-1CB4E43013BC}" dt="2026-05-13T20:56:33.094" v="747" actId="478"/>
          <ac:spMkLst>
            <pc:docMk/>
            <pc:sldMk cId="4251342003" sldId="976"/>
            <ac:spMk id="13" creationId="{7B1ED71F-5EA9-6C80-31AA-6C6F890E089C}"/>
          </ac:spMkLst>
        </pc:spChg>
        <pc:spChg chg="mod">
          <ac:chgData name="Wojciech Chojnacki" userId="7fba726a-b0fb-4d88-b59c-bb634d89a4f0" providerId="ADAL" clId="{506FAE17-0E21-502D-BE9C-1CB4E43013BC}" dt="2026-05-13T21:12:44.770" v="1152" actId="1036"/>
          <ac:spMkLst>
            <pc:docMk/>
            <pc:sldMk cId="4251342003" sldId="976"/>
            <ac:spMk id="14" creationId="{217BEF9B-CB08-D837-CFA2-6BF8FF9CD88F}"/>
          </ac:spMkLst>
        </pc:spChg>
        <pc:spChg chg="add mod">
          <ac:chgData name="Wojciech Chojnacki" userId="7fba726a-b0fb-4d88-b59c-bb634d89a4f0" providerId="ADAL" clId="{506FAE17-0E21-502D-BE9C-1CB4E43013BC}" dt="2026-05-13T21:09:09.364" v="1108" actId="1035"/>
          <ac:spMkLst>
            <pc:docMk/>
            <pc:sldMk cId="4251342003" sldId="976"/>
            <ac:spMk id="18" creationId="{43524017-68D8-6086-CB2F-EF6F718CA2B0}"/>
          </ac:spMkLst>
        </pc:spChg>
        <pc:spChg chg="add mod">
          <ac:chgData name="Wojciech Chojnacki" userId="7fba726a-b0fb-4d88-b59c-bb634d89a4f0" providerId="ADAL" clId="{506FAE17-0E21-502D-BE9C-1CB4E43013BC}" dt="2026-05-13T21:13:48.710" v="1170" actId="1076"/>
          <ac:spMkLst>
            <pc:docMk/>
            <pc:sldMk cId="4251342003" sldId="976"/>
            <ac:spMk id="20" creationId="{1A2F543F-569A-A8C8-21ED-274E55898935}"/>
          </ac:spMkLst>
        </pc:spChg>
        <pc:spChg chg="add mod">
          <ac:chgData name="Wojciech Chojnacki" userId="7fba726a-b0fb-4d88-b59c-bb634d89a4f0" providerId="ADAL" clId="{506FAE17-0E21-502D-BE9C-1CB4E43013BC}" dt="2026-05-13T21:16:39.590" v="1194" actId="14100"/>
          <ac:spMkLst>
            <pc:docMk/>
            <pc:sldMk cId="4251342003" sldId="976"/>
            <ac:spMk id="21" creationId="{D23F14B6-3D8A-BD9F-5225-22AB42EC6431}"/>
          </ac:spMkLst>
        </pc:spChg>
        <pc:spChg chg="add mod">
          <ac:chgData name="Wojciech Chojnacki" userId="7fba726a-b0fb-4d88-b59c-bb634d89a4f0" providerId="ADAL" clId="{506FAE17-0E21-502D-BE9C-1CB4E43013BC}" dt="2026-05-13T21:14:07.152" v="1173" actId="1076"/>
          <ac:spMkLst>
            <pc:docMk/>
            <pc:sldMk cId="4251342003" sldId="976"/>
            <ac:spMk id="22" creationId="{5157EEE4-64C6-53FA-48CC-2D456E548B80}"/>
          </ac:spMkLst>
        </pc:spChg>
        <pc:spChg chg="add mod">
          <ac:chgData name="Wojciech Chojnacki" userId="7fba726a-b0fb-4d88-b59c-bb634d89a4f0" providerId="ADAL" clId="{506FAE17-0E21-502D-BE9C-1CB4E43013BC}" dt="2026-05-13T21:16:03.716" v="1188" actId="167"/>
          <ac:spMkLst>
            <pc:docMk/>
            <pc:sldMk cId="4251342003" sldId="976"/>
            <ac:spMk id="23" creationId="{378BE18E-21CB-5EAD-15C9-902AD772DB29}"/>
          </ac:spMkLst>
        </pc:spChg>
        <pc:spChg chg="add mod">
          <ac:chgData name="Wojciech Chojnacki" userId="7fba726a-b0fb-4d88-b59c-bb634d89a4f0" providerId="ADAL" clId="{506FAE17-0E21-502D-BE9C-1CB4E43013BC}" dt="2026-05-13T21:19:24.787" v="1226" actId="14100"/>
          <ac:spMkLst>
            <pc:docMk/>
            <pc:sldMk cId="4251342003" sldId="976"/>
            <ac:spMk id="24" creationId="{309ABD42-3999-2B8C-8AB0-2FFD32429CA9}"/>
          </ac:spMkLst>
        </pc:spChg>
        <pc:spChg chg="add mod">
          <ac:chgData name="Wojciech Chojnacki" userId="7fba726a-b0fb-4d88-b59c-bb634d89a4f0" providerId="ADAL" clId="{506FAE17-0E21-502D-BE9C-1CB4E43013BC}" dt="2026-05-13T21:17:39.202" v="1216" actId="688"/>
          <ac:spMkLst>
            <pc:docMk/>
            <pc:sldMk cId="4251342003" sldId="976"/>
            <ac:spMk id="25" creationId="{132C4432-4EC4-FB1C-D98B-6DCC42885E70}"/>
          </ac:spMkLst>
        </pc:spChg>
        <pc:spChg chg="add mod">
          <ac:chgData name="Wojciech Chojnacki" userId="7fba726a-b0fb-4d88-b59c-bb634d89a4f0" providerId="ADAL" clId="{506FAE17-0E21-502D-BE9C-1CB4E43013BC}" dt="2026-05-13T21:18:32.195" v="1224" actId="1076"/>
          <ac:spMkLst>
            <pc:docMk/>
            <pc:sldMk cId="4251342003" sldId="976"/>
            <ac:spMk id="26" creationId="{2ECB3ABD-5B86-36A8-EB27-50E7A8EBE275}"/>
          </ac:spMkLst>
        </pc:spChg>
        <pc:picChg chg="mod">
          <ac:chgData name="Wojciech Chojnacki" userId="7fba726a-b0fb-4d88-b59c-bb634d89a4f0" providerId="ADAL" clId="{506FAE17-0E21-502D-BE9C-1CB4E43013BC}" dt="2026-05-13T21:09:53.186" v="1111" actId="1076"/>
          <ac:picMkLst>
            <pc:docMk/>
            <pc:sldMk cId="4251342003" sldId="976"/>
            <ac:picMk id="5" creationId="{50291C0C-9E59-684C-CE47-4F49A1F884C2}"/>
          </ac:picMkLst>
        </pc:picChg>
        <pc:picChg chg="mod">
          <ac:chgData name="Wojciech Chojnacki" userId="7fba726a-b0fb-4d88-b59c-bb634d89a4f0" providerId="ADAL" clId="{506FAE17-0E21-502D-BE9C-1CB4E43013BC}" dt="2026-05-13T21:09:53.186" v="1111" actId="1076"/>
          <ac:picMkLst>
            <pc:docMk/>
            <pc:sldMk cId="4251342003" sldId="976"/>
            <ac:picMk id="6" creationId="{777A7FFF-F68E-6BF7-846B-80E4B3165439}"/>
          </ac:picMkLst>
        </pc:picChg>
        <pc:picChg chg="mod">
          <ac:chgData name="Wojciech Chojnacki" userId="7fba726a-b0fb-4d88-b59c-bb634d89a4f0" providerId="ADAL" clId="{506FAE17-0E21-502D-BE9C-1CB4E43013BC}" dt="2026-05-13T21:12:44.770" v="1152" actId="1036"/>
          <ac:picMkLst>
            <pc:docMk/>
            <pc:sldMk cId="4251342003" sldId="976"/>
            <ac:picMk id="7" creationId="{36DBAA9F-7243-007A-1E49-0CB19A9C6D98}"/>
          </ac:picMkLst>
        </pc:picChg>
        <pc:picChg chg="mod">
          <ac:chgData name="Wojciech Chojnacki" userId="7fba726a-b0fb-4d88-b59c-bb634d89a4f0" providerId="ADAL" clId="{506FAE17-0E21-502D-BE9C-1CB4E43013BC}" dt="2026-05-13T21:15:00.211" v="1180" actId="1076"/>
          <ac:picMkLst>
            <pc:docMk/>
            <pc:sldMk cId="4251342003" sldId="976"/>
            <ac:picMk id="9" creationId="{2B4371CB-1857-791D-6777-025E23C9CC7C}"/>
          </ac:picMkLst>
        </pc:picChg>
        <pc:picChg chg="add mod">
          <ac:chgData name="Wojciech Chojnacki" userId="7fba726a-b0fb-4d88-b59c-bb634d89a4f0" providerId="ADAL" clId="{506FAE17-0E21-502D-BE9C-1CB4E43013BC}" dt="2026-05-13T21:13:48.710" v="1170" actId="1076"/>
          <ac:picMkLst>
            <pc:docMk/>
            <pc:sldMk cId="4251342003" sldId="976"/>
            <ac:picMk id="15" creationId="{D8BBF06E-C6E8-D1F0-3872-79A4FA28E2D5}"/>
          </ac:picMkLst>
        </pc:picChg>
        <pc:picChg chg="add mod">
          <ac:chgData name="Wojciech Chojnacki" userId="7fba726a-b0fb-4d88-b59c-bb634d89a4f0" providerId="ADAL" clId="{506FAE17-0E21-502D-BE9C-1CB4E43013BC}" dt="2026-05-13T21:16:29.021" v="1192" actId="1076"/>
          <ac:picMkLst>
            <pc:docMk/>
            <pc:sldMk cId="4251342003" sldId="976"/>
            <ac:picMk id="16" creationId="{8D59C0AC-7D16-F5A4-009E-1261350415D6}"/>
          </ac:picMkLst>
        </pc:picChg>
        <pc:picChg chg="add mod">
          <ac:chgData name="Wojciech Chojnacki" userId="7fba726a-b0fb-4d88-b59c-bb634d89a4f0" providerId="ADAL" clId="{506FAE17-0E21-502D-BE9C-1CB4E43013BC}" dt="2026-05-13T21:09:09.364" v="1108" actId="1035"/>
          <ac:picMkLst>
            <pc:docMk/>
            <pc:sldMk cId="4251342003" sldId="976"/>
            <ac:picMk id="17" creationId="{67B2D6B7-CBDB-6FC3-8A5B-154F8EC52929}"/>
          </ac:picMkLst>
        </pc:picChg>
        <pc:picChg chg="add mod">
          <ac:chgData name="Wojciech Chojnacki" userId="7fba726a-b0fb-4d88-b59c-bb634d89a4f0" providerId="ADAL" clId="{506FAE17-0E21-502D-BE9C-1CB4E43013BC}" dt="2026-05-13T21:16:19.489" v="1189" actId="1076"/>
          <ac:picMkLst>
            <pc:docMk/>
            <pc:sldMk cId="4251342003" sldId="976"/>
            <ac:picMk id="19" creationId="{60F3995F-222F-0319-43D7-5C7F176D9F90}"/>
          </ac:picMkLst>
        </pc:picChg>
        <pc:picChg chg="add mod">
          <ac:chgData name="Wojciech Chojnacki" userId="7fba726a-b0fb-4d88-b59c-bb634d89a4f0" providerId="ADAL" clId="{506FAE17-0E21-502D-BE9C-1CB4E43013BC}" dt="2026-05-14T07:16:31.195" v="1320" actId="1076"/>
          <ac:picMkLst>
            <pc:docMk/>
            <pc:sldMk cId="4251342003" sldId="976"/>
            <ac:picMk id="27" creationId="{0F2FABCD-A698-4851-8F20-329E8E06ADFF}"/>
          </ac:picMkLst>
        </pc:picChg>
        <pc:picChg chg="mod">
          <ac:chgData name="Wojciech Chojnacki" userId="7fba726a-b0fb-4d88-b59c-bb634d89a4f0" providerId="ADAL" clId="{506FAE17-0E21-502D-BE9C-1CB4E43013BC}" dt="2026-05-13T21:12:44.770" v="1152" actId="1036"/>
          <ac:picMkLst>
            <pc:docMk/>
            <pc:sldMk cId="4251342003" sldId="976"/>
            <ac:picMk id="1026" creationId="{CDCDFB01-BA61-EACA-89B6-68839C777663}"/>
          </ac:picMkLst>
        </pc:picChg>
        <pc:picChg chg="del">
          <ac:chgData name="Wojciech Chojnacki" userId="7fba726a-b0fb-4d88-b59c-bb634d89a4f0" providerId="ADAL" clId="{506FAE17-0E21-502D-BE9C-1CB4E43013BC}" dt="2026-05-13T20:55:58.028" v="739" actId="478"/>
          <ac:picMkLst>
            <pc:docMk/>
            <pc:sldMk cId="4251342003" sldId="976"/>
            <ac:picMk id="2050" creationId="{44BED8D6-F93D-6563-1695-83494272C8AD}"/>
          </ac:picMkLst>
        </pc:picChg>
        <pc:picChg chg="del">
          <ac:chgData name="Wojciech Chojnacki" userId="7fba726a-b0fb-4d88-b59c-bb634d89a4f0" providerId="ADAL" clId="{506FAE17-0E21-502D-BE9C-1CB4E43013BC}" dt="2026-05-13T20:55:56.632" v="738" actId="478"/>
          <ac:picMkLst>
            <pc:docMk/>
            <pc:sldMk cId="4251342003" sldId="976"/>
            <ac:picMk id="2052" creationId="{E3FC4D9B-396A-393B-03E5-3280EA161BFB}"/>
          </ac:picMkLst>
        </pc:picChg>
        <pc:picChg chg="del">
          <ac:chgData name="Wojciech Chojnacki" userId="7fba726a-b0fb-4d88-b59c-bb634d89a4f0" providerId="ADAL" clId="{506FAE17-0E21-502D-BE9C-1CB4E43013BC}" dt="2026-05-13T20:55:59.107" v="740" actId="478"/>
          <ac:picMkLst>
            <pc:docMk/>
            <pc:sldMk cId="4251342003" sldId="976"/>
            <ac:picMk id="2054" creationId="{E0DC5C30-B38E-897F-18A3-6B59CC12A168}"/>
          </ac:picMkLst>
        </pc:picChg>
        <pc:picChg chg="mod">
          <ac:chgData name="Wojciech Chojnacki" userId="7fba726a-b0fb-4d88-b59c-bb634d89a4f0" providerId="ADAL" clId="{506FAE17-0E21-502D-BE9C-1CB4E43013BC}" dt="2026-05-14T07:15:18.985" v="1316" actId="1076"/>
          <ac:picMkLst>
            <pc:docMk/>
            <pc:sldMk cId="4251342003" sldId="976"/>
            <ac:picMk id="2056" creationId="{2EEF13D8-3FA1-E4D7-09DC-36DB8A3B5901}"/>
          </ac:picMkLst>
        </pc:picChg>
        <pc:picChg chg="del">
          <ac:chgData name="Wojciech Chojnacki" userId="7fba726a-b0fb-4d88-b59c-bb634d89a4f0" providerId="ADAL" clId="{506FAE17-0E21-502D-BE9C-1CB4E43013BC}" dt="2026-05-13T20:56:00.078" v="741" actId="478"/>
          <ac:picMkLst>
            <pc:docMk/>
            <pc:sldMk cId="4251342003" sldId="976"/>
            <ac:picMk id="2058" creationId="{11368864-87F0-0FF4-EADE-9940BC1BABC5}"/>
          </ac:picMkLst>
        </pc:picChg>
        <pc:picChg chg="mod">
          <ac:chgData name="Wojciech Chojnacki" userId="7fba726a-b0fb-4d88-b59c-bb634d89a4f0" providerId="ADAL" clId="{506FAE17-0E21-502D-BE9C-1CB4E43013BC}" dt="2026-05-13T21:09:09.364" v="1108" actId="1035"/>
          <ac:picMkLst>
            <pc:docMk/>
            <pc:sldMk cId="4251342003" sldId="976"/>
            <ac:picMk id="2060" creationId="{4EC190C6-9A9B-0AAE-AB46-241DB26B4076}"/>
          </ac:picMkLst>
        </pc:picChg>
        <pc:picChg chg="mod">
          <ac:chgData name="Wojciech Chojnacki" userId="7fba726a-b0fb-4d88-b59c-bb634d89a4f0" providerId="ADAL" clId="{506FAE17-0E21-502D-BE9C-1CB4E43013BC}" dt="2026-05-13T21:12:38.790" v="1142" actId="1035"/>
          <ac:picMkLst>
            <pc:docMk/>
            <pc:sldMk cId="4251342003" sldId="976"/>
            <ac:picMk id="2062" creationId="{0C6E6380-A604-6EFB-0394-AF265CC5B9B5}"/>
          </ac:picMkLst>
        </pc:picChg>
        <pc:picChg chg="mod">
          <ac:chgData name="Wojciech Chojnacki" userId="7fba726a-b0fb-4d88-b59c-bb634d89a4f0" providerId="ADAL" clId="{506FAE17-0E21-502D-BE9C-1CB4E43013BC}" dt="2026-05-13T21:13:48.710" v="1170" actId="1076"/>
          <ac:picMkLst>
            <pc:docMk/>
            <pc:sldMk cId="4251342003" sldId="976"/>
            <ac:picMk id="2064" creationId="{A31DD064-65FB-E826-B2B9-1D4FE7E480F2}"/>
          </ac:picMkLst>
        </pc:picChg>
        <pc:picChg chg="mod">
          <ac:chgData name="Wojciech Chojnacki" userId="7fba726a-b0fb-4d88-b59c-bb634d89a4f0" providerId="ADAL" clId="{506FAE17-0E21-502D-BE9C-1CB4E43013BC}" dt="2026-05-13T21:13:48.710" v="1170" actId="1076"/>
          <ac:picMkLst>
            <pc:docMk/>
            <pc:sldMk cId="4251342003" sldId="976"/>
            <ac:picMk id="2066" creationId="{A3EA726B-EC4F-07D9-0344-4BFADC702D43}"/>
          </ac:picMkLst>
        </pc:picChg>
        <pc:picChg chg="add del mod">
          <ac:chgData name="Wojciech Chojnacki" userId="7fba726a-b0fb-4d88-b59c-bb634d89a4f0" providerId="ADAL" clId="{506FAE17-0E21-502D-BE9C-1CB4E43013BC}" dt="2026-05-13T21:13:48.710" v="1170" actId="1076"/>
          <ac:picMkLst>
            <pc:docMk/>
            <pc:sldMk cId="4251342003" sldId="976"/>
            <ac:picMk id="3074" creationId="{59E50A3B-0D48-E72B-2D60-6287E8894C64}"/>
          </ac:picMkLst>
        </pc:picChg>
        <pc:picChg chg="add mod">
          <ac:chgData name="Wojciech Chojnacki" userId="7fba726a-b0fb-4d88-b59c-bb634d89a4f0" providerId="ADAL" clId="{506FAE17-0E21-502D-BE9C-1CB4E43013BC}" dt="2026-05-13T21:12:44.770" v="1152" actId="1036"/>
          <ac:picMkLst>
            <pc:docMk/>
            <pc:sldMk cId="4251342003" sldId="976"/>
            <ac:picMk id="3076" creationId="{521EE771-3852-58E9-A432-1F1E1A3AA21C}"/>
          </ac:picMkLst>
        </pc:picChg>
        <pc:picChg chg="add mod">
          <ac:chgData name="Wojciech Chojnacki" userId="7fba726a-b0fb-4d88-b59c-bb634d89a4f0" providerId="ADAL" clId="{506FAE17-0E21-502D-BE9C-1CB4E43013BC}" dt="2026-05-13T21:18:34.015" v="1225" actId="1076"/>
          <ac:picMkLst>
            <pc:docMk/>
            <pc:sldMk cId="4251342003" sldId="976"/>
            <ac:picMk id="3078" creationId="{91928BA2-77DD-2A22-86F1-5F405D4EB3F9}"/>
          </ac:picMkLst>
        </pc:picChg>
      </pc:sldChg>
      <pc:sldChg chg="addSp delSp modSp add mod modAnim">
        <pc:chgData name="Wojciech Chojnacki" userId="7fba726a-b0fb-4d88-b59c-bb634d89a4f0" providerId="ADAL" clId="{506FAE17-0E21-502D-BE9C-1CB4E43013BC}" dt="2026-05-14T10:59:59.266" v="3289" actId="21"/>
        <pc:sldMkLst>
          <pc:docMk/>
          <pc:sldMk cId="920744990" sldId="977"/>
        </pc:sldMkLst>
        <pc:spChg chg="mod">
          <ac:chgData name="Wojciech Chojnacki" userId="7fba726a-b0fb-4d88-b59c-bb634d89a4f0" providerId="ADAL" clId="{506FAE17-0E21-502D-BE9C-1CB4E43013BC}" dt="2026-05-14T10:59:43.119" v="3286" actId="1076"/>
          <ac:spMkLst>
            <pc:docMk/>
            <pc:sldMk cId="920744990" sldId="977"/>
            <ac:spMk id="2" creationId="{61D57929-5C69-7717-486A-039D82488C5C}"/>
          </ac:spMkLst>
        </pc:spChg>
        <pc:spChg chg="mod">
          <ac:chgData name="Wojciech Chojnacki" userId="7fba726a-b0fb-4d88-b59c-bb634d89a4f0" providerId="ADAL" clId="{506FAE17-0E21-502D-BE9C-1CB4E43013BC}" dt="2026-05-13T21:20:00.489" v="1257" actId="1036"/>
          <ac:spMkLst>
            <pc:docMk/>
            <pc:sldMk cId="920744990" sldId="977"/>
            <ac:spMk id="3" creationId="{8168FDE6-10F0-F45A-990C-74333C63A06B}"/>
          </ac:spMkLst>
        </pc:spChg>
        <pc:spChg chg="mod">
          <ac:chgData name="Wojciech Chojnacki" userId="7fba726a-b0fb-4d88-b59c-bb634d89a4f0" providerId="ADAL" clId="{506FAE17-0E21-502D-BE9C-1CB4E43013BC}" dt="2026-05-14T10:59:50.710" v="3287" actId="1076"/>
          <ac:spMkLst>
            <pc:docMk/>
            <pc:sldMk cId="920744990" sldId="977"/>
            <ac:spMk id="4" creationId="{0D4DDDAF-CAB6-9D39-1264-9E723C6D264F}"/>
          </ac:spMkLst>
        </pc:spChg>
        <pc:spChg chg="mod">
          <ac:chgData name="Wojciech Chojnacki" userId="7fba726a-b0fb-4d88-b59c-bb634d89a4f0" providerId="ADAL" clId="{506FAE17-0E21-502D-BE9C-1CB4E43013BC}" dt="2026-05-13T21:20:00.489" v="1257" actId="1036"/>
          <ac:spMkLst>
            <pc:docMk/>
            <pc:sldMk cId="920744990" sldId="977"/>
            <ac:spMk id="8" creationId="{793F7F5A-3165-BB1A-986B-B8CC93D0B239}"/>
          </ac:spMkLst>
        </pc:spChg>
        <pc:spChg chg="mod">
          <ac:chgData name="Wojciech Chojnacki" userId="7fba726a-b0fb-4d88-b59c-bb634d89a4f0" providerId="ADAL" clId="{506FAE17-0E21-502D-BE9C-1CB4E43013BC}" dt="2026-05-13T21:20:00.489" v="1257" actId="1036"/>
          <ac:spMkLst>
            <pc:docMk/>
            <pc:sldMk cId="920744990" sldId="977"/>
            <ac:spMk id="10" creationId="{5B0B78BC-1032-4E26-772D-AE06CD65568E}"/>
          </ac:spMkLst>
        </pc:spChg>
        <pc:spChg chg="add mod">
          <ac:chgData name="Wojciech Chojnacki" userId="7fba726a-b0fb-4d88-b59c-bb634d89a4f0" providerId="ADAL" clId="{506FAE17-0E21-502D-BE9C-1CB4E43013BC}" dt="2026-05-13T21:20:17.367" v="1262" actId="1076"/>
          <ac:spMkLst>
            <pc:docMk/>
            <pc:sldMk cId="920744990" sldId="977"/>
            <ac:spMk id="12" creationId="{F986D0A9-30C8-ED3A-E1D4-E0403184FDEF}"/>
          </ac:spMkLst>
        </pc:spChg>
        <pc:spChg chg="add mod">
          <ac:chgData name="Wojciech Chojnacki" userId="7fba726a-b0fb-4d88-b59c-bb634d89a4f0" providerId="ADAL" clId="{506FAE17-0E21-502D-BE9C-1CB4E43013BC}" dt="2026-05-13T21:20:10.332" v="1260" actId="1076"/>
          <ac:spMkLst>
            <pc:docMk/>
            <pc:sldMk cId="920744990" sldId="977"/>
            <ac:spMk id="13" creationId="{79B72577-BA61-CEDB-324D-22D712855295}"/>
          </ac:spMkLst>
        </pc:spChg>
        <pc:spChg chg="mod">
          <ac:chgData name="Wojciech Chojnacki" userId="7fba726a-b0fb-4d88-b59c-bb634d89a4f0" providerId="ADAL" clId="{506FAE17-0E21-502D-BE9C-1CB4E43013BC}" dt="2026-05-14T10:59:43.119" v="3286" actId="1076"/>
          <ac:spMkLst>
            <pc:docMk/>
            <pc:sldMk cId="920744990" sldId="977"/>
            <ac:spMk id="14" creationId="{58E70CD1-4BF7-033B-B26C-1C6E1299E8C6}"/>
          </ac:spMkLst>
        </pc:spChg>
        <pc:spChg chg="mod">
          <ac:chgData name="Wojciech Chojnacki" userId="7fba726a-b0fb-4d88-b59c-bb634d89a4f0" providerId="ADAL" clId="{506FAE17-0E21-502D-BE9C-1CB4E43013BC}" dt="2026-05-14T10:59:53.313" v="3288" actId="1076"/>
          <ac:spMkLst>
            <pc:docMk/>
            <pc:sldMk cId="920744990" sldId="977"/>
            <ac:spMk id="18" creationId="{C4D93F9A-97A2-91F8-027B-94FD33EBB833}"/>
          </ac:spMkLst>
        </pc:spChg>
        <pc:spChg chg="mod">
          <ac:chgData name="Wojciech Chojnacki" userId="7fba726a-b0fb-4d88-b59c-bb634d89a4f0" providerId="ADAL" clId="{506FAE17-0E21-502D-BE9C-1CB4E43013BC}" dt="2026-05-13T21:20:00.489" v="1257" actId="1036"/>
          <ac:spMkLst>
            <pc:docMk/>
            <pc:sldMk cId="920744990" sldId="977"/>
            <ac:spMk id="20" creationId="{A0E0806C-1055-4253-D29F-88F0DB9D920E}"/>
          </ac:spMkLst>
        </pc:spChg>
        <pc:spChg chg="del">
          <ac:chgData name="Wojciech Chojnacki" userId="7fba726a-b0fb-4d88-b59c-bb634d89a4f0" providerId="ADAL" clId="{506FAE17-0E21-502D-BE9C-1CB4E43013BC}" dt="2026-05-13T21:19:53.865" v="1228" actId="21"/>
          <ac:spMkLst>
            <pc:docMk/>
            <pc:sldMk cId="920744990" sldId="977"/>
            <ac:spMk id="21" creationId="{B3B4CA7D-11BA-B91D-9DFE-415E56BC7397}"/>
          </ac:spMkLst>
        </pc:spChg>
        <pc:spChg chg="mod">
          <ac:chgData name="Wojciech Chojnacki" userId="7fba726a-b0fb-4d88-b59c-bb634d89a4f0" providerId="ADAL" clId="{506FAE17-0E21-502D-BE9C-1CB4E43013BC}" dt="2026-05-13T21:20:00.489" v="1257" actId="1036"/>
          <ac:spMkLst>
            <pc:docMk/>
            <pc:sldMk cId="920744990" sldId="977"/>
            <ac:spMk id="22" creationId="{0F683AFC-0B79-0413-5BF7-62C4EFED4888}"/>
          </ac:spMkLst>
        </pc:spChg>
        <pc:spChg chg="mod">
          <ac:chgData name="Wojciech Chojnacki" userId="7fba726a-b0fb-4d88-b59c-bb634d89a4f0" providerId="ADAL" clId="{506FAE17-0E21-502D-BE9C-1CB4E43013BC}" dt="2026-05-14T07:21:35.145" v="1344" actId="207"/>
          <ac:spMkLst>
            <pc:docMk/>
            <pc:sldMk cId="920744990" sldId="977"/>
            <ac:spMk id="23" creationId="{82690277-3A20-C551-3C97-FF79F67F53C4}"/>
          </ac:spMkLst>
        </pc:spChg>
        <pc:spChg chg="del">
          <ac:chgData name="Wojciech Chojnacki" userId="7fba726a-b0fb-4d88-b59c-bb634d89a4f0" providerId="ADAL" clId="{506FAE17-0E21-502D-BE9C-1CB4E43013BC}" dt="2026-05-13T21:19:53.865" v="1228" actId="21"/>
          <ac:spMkLst>
            <pc:docMk/>
            <pc:sldMk cId="920744990" sldId="977"/>
            <ac:spMk id="24" creationId="{6FE61ADE-9D65-F03E-44C0-5606793306D7}"/>
          </ac:spMkLst>
        </pc:spChg>
        <pc:spChg chg="del">
          <ac:chgData name="Wojciech Chojnacki" userId="7fba726a-b0fb-4d88-b59c-bb634d89a4f0" providerId="ADAL" clId="{506FAE17-0E21-502D-BE9C-1CB4E43013BC}" dt="2026-05-13T21:19:53.865" v="1228" actId="21"/>
          <ac:spMkLst>
            <pc:docMk/>
            <pc:sldMk cId="920744990" sldId="977"/>
            <ac:spMk id="25" creationId="{64E12319-0267-018F-7C6C-833428C5F75A}"/>
          </ac:spMkLst>
        </pc:spChg>
        <pc:spChg chg="del">
          <ac:chgData name="Wojciech Chojnacki" userId="7fba726a-b0fb-4d88-b59c-bb634d89a4f0" providerId="ADAL" clId="{506FAE17-0E21-502D-BE9C-1CB4E43013BC}" dt="2026-05-13T21:19:53.865" v="1228" actId="21"/>
          <ac:spMkLst>
            <pc:docMk/>
            <pc:sldMk cId="920744990" sldId="977"/>
            <ac:spMk id="26" creationId="{E9DEB955-CAE2-FE3C-25E7-9E640DACA2F7}"/>
          </ac:spMkLst>
        </pc:spChg>
        <pc:spChg chg="add mod">
          <ac:chgData name="Wojciech Chojnacki" userId="7fba726a-b0fb-4d88-b59c-bb634d89a4f0" providerId="ADAL" clId="{506FAE17-0E21-502D-BE9C-1CB4E43013BC}" dt="2026-05-13T21:20:25.617" v="1264" actId="1076"/>
          <ac:spMkLst>
            <pc:docMk/>
            <pc:sldMk cId="920744990" sldId="977"/>
            <ac:spMk id="27" creationId="{F417ECDC-5B63-BB8B-C3E1-CAE1E400438B}"/>
          </ac:spMkLst>
        </pc:spChg>
        <pc:spChg chg="add mod">
          <ac:chgData name="Wojciech Chojnacki" userId="7fba726a-b0fb-4d88-b59c-bb634d89a4f0" providerId="ADAL" clId="{506FAE17-0E21-502D-BE9C-1CB4E43013BC}" dt="2026-05-13T21:20:38.235" v="1268" actId="1076"/>
          <ac:spMkLst>
            <pc:docMk/>
            <pc:sldMk cId="920744990" sldId="977"/>
            <ac:spMk id="29" creationId="{61E0001C-D786-DB25-BB50-E2BC12F8F188}"/>
          </ac:spMkLst>
        </pc:spChg>
        <pc:graphicFrameChg chg="add del mod">
          <ac:chgData name="Wojciech Chojnacki" userId="7fba726a-b0fb-4d88-b59c-bb634d89a4f0" providerId="ADAL" clId="{506FAE17-0E21-502D-BE9C-1CB4E43013BC}" dt="2026-05-14T10:59:59.266" v="3289" actId="21"/>
          <ac:graphicFrameMkLst>
            <pc:docMk/>
            <pc:sldMk cId="920744990" sldId="977"/>
            <ac:graphicFrameMk id="32" creationId="{13747186-1702-C193-875C-72355E0A96A2}"/>
          </ac:graphicFrameMkLst>
        </pc:graphicFrameChg>
        <pc:picChg chg="add mod">
          <ac:chgData name="Wojciech Chojnacki" userId="7fba726a-b0fb-4d88-b59c-bb634d89a4f0" providerId="ADAL" clId="{506FAE17-0E21-502D-BE9C-1CB4E43013BC}" dt="2026-05-13T21:20:07.288" v="1259" actId="1076"/>
          <ac:picMkLst>
            <pc:docMk/>
            <pc:sldMk cId="920744990" sldId="977"/>
            <ac:picMk id="11" creationId="{9771E654-80B5-6B6E-BDCD-42AFEE06E29E}"/>
          </ac:picMkLst>
        </pc:picChg>
        <pc:picChg chg="del">
          <ac:chgData name="Wojciech Chojnacki" userId="7fba726a-b0fb-4d88-b59c-bb634d89a4f0" providerId="ADAL" clId="{506FAE17-0E21-502D-BE9C-1CB4E43013BC}" dt="2026-05-13T21:19:53.865" v="1228" actId="21"/>
          <ac:picMkLst>
            <pc:docMk/>
            <pc:sldMk cId="920744990" sldId="977"/>
            <ac:picMk id="16" creationId="{B2F14402-F8AF-DF4A-B81C-C837CC317889}"/>
          </ac:picMkLst>
        </pc:picChg>
        <pc:picChg chg="mod">
          <ac:chgData name="Wojciech Chojnacki" userId="7fba726a-b0fb-4d88-b59c-bb634d89a4f0" providerId="ADAL" clId="{506FAE17-0E21-502D-BE9C-1CB4E43013BC}" dt="2026-05-14T10:59:50.710" v="3287" actId="1076"/>
          <ac:picMkLst>
            <pc:docMk/>
            <pc:sldMk cId="920744990" sldId="977"/>
            <ac:picMk id="17" creationId="{1A2F88B2-DED7-610C-8130-42C52AD25DF9}"/>
          </ac:picMkLst>
        </pc:picChg>
        <pc:picChg chg="mod">
          <ac:chgData name="Wojciech Chojnacki" userId="7fba726a-b0fb-4d88-b59c-bb634d89a4f0" providerId="ADAL" clId="{506FAE17-0E21-502D-BE9C-1CB4E43013BC}" dt="2026-05-14T10:59:43.119" v="3286" actId="1076"/>
          <ac:picMkLst>
            <pc:docMk/>
            <pc:sldMk cId="920744990" sldId="977"/>
            <ac:picMk id="19" creationId="{D9099920-BBF4-C3B8-8DE2-75792C741A60}"/>
          </ac:picMkLst>
        </pc:picChg>
        <pc:picChg chg="add mod">
          <ac:chgData name="Wojciech Chojnacki" userId="7fba726a-b0fb-4d88-b59c-bb634d89a4f0" providerId="ADAL" clId="{506FAE17-0E21-502D-BE9C-1CB4E43013BC}" dt="2026-05-13T21:20:40.042" v="1269" actId="1076"/>
          <ac:picMkLst>
            <pc:docMk/>
            <pc:sldMk cId="920744990" sldId="977"/>
            <ac:picMk id="28" creationId="{0BB6C357-C1EB-C482-587C-9827A28B4A65}"/>
          </ac:picMkLst>
        </pc:picChg>
        <pc:picChg chg="add mod">
          <ac:chgData name="Wojciech Chojnacki" userId="7fba726a-b0fb-4d88-b59c-bb634d89a4f0" providerId="ADAL" clId="{506FAE17-0E21-502D-BE9C-1CB4E43013BC}" dt="2026-05-14T10:59:43.119" v="3286" actId="1076"/>
          <ac:picMkLst>
            <pc:docMk/>
            <pc:sldMk cId="920744990" sldId="977"/>
            <ac:picMk id="30" creationId="{DF7E8C80-EA53-F5C4-EE95-E62957A00510}"/>
          </ac:picMkLst>
        </pc:picChg>
        <pc:picChg chg="add mod">
          <ac:chgData name="Wojciech Chojnacki" userId="7fba726a-b0fb-4d88-b59c-bb634d89a4f0" providerId="ADAL" clId="{506FAE17-0E21-502D-BE9C-1CB4E43013BC}" dt="2026-05-14T10:59:43.119" v="3286" actId="1076"/>
          <ac:picMkLst>
            <pc:docMk/>
            <pc:sldMk cId="920744990" sldId="977"/>
            <ac:picMk id="31" creationId="{69403F95-F1AA-FA11-29DA-A7739A1CA0A8}"/>
          </ac:picMkLst>
        </pc:picChg>
        <pc:picChg chg="mod">
          <ac:chgData name="Wojciech Chojnacki" userId="7fba726a-b0fb-4d88-b59c-bb634d89a4f0" providerId="ADAL" clId="{506FAE17-0E21-502D-BE9C-1CB4E43013BC}" dt="2026-05-14T10:59:43.119" v="3286" actId="1076"/>
          <ac:picMkLst>
            <pc:docMk/>
            <pc:sldMk cId="920744990" sldId="977"/>
            <ac:picMk id="1026" creationId="{07B4203B-39A0-4786-BD9E-AD36572B87EE}"/>
          </ac:picMkLst>
        </pc:picChg>
        <pc:picChg chg="del">
          <ac:chgData name="Wojciech Chojnacki" userId="7fba726a-b0fb-4d88-b59c-bb634d89a4f0" providerId="ADAL" clId="{506FAE17-0E21-502D-BE9C-1CB4E43013BC}" dt="2026-05-14T07:16:44.036" v="1321" actId="478"/>
          <ac:picMkLst>
            <pc:docMk/>
            <pc:sldMk cId="920744990" sldId="977"/>
            <ac:picMk id="2056" creationId="{67CB30FC-AD38-F7E7-3668-80841A31A254}"/>
          </ac:picMkLst>
        </pc:picChg>
        <pc:picChg chg="mod">
          <ac:chgData name="Wojciech Chojnacki" userId="7fba726a-b0fb-4d88-b59c-bb634d89a4f0" providerId="ADAL" clId="{506FAE17-0E21-502D-BE9C-1CB4E43013BC}" dt="2026-05-14T10:59:50.710" v="3287" actId="1076"/>
          <ac:picMkLst>
            <pc:docMk/>
            <pc:sldMk cId="920744990" sldId="977"/>
            <ac:picMk id="2060" creationId="{1A14DE88-2F12-28FB-E909-A14AD0B6C4CF}"/>
          </ac:picMkLst>
        </pc:picChg>
        <pc:picChg chg="mod">
          <ac:chgData name="Wojciech Chojnacki" userId="7fba726a-b0fb-4d88-b59c-bb634d89a4f0" providerId="ADAL" clId="{506FAE17-0E21-502D-BE9C-1CB4E43013BC}" dt="2026-05-14T10:59:50.710" v="3287" actId="1076"/>
          <ac:picMkLst>
            <pc:docMk/>
            <pc:sldMk cId="920744990" sldId="977"/>
            <ac:picMk id="2062" creationId="{4CF03A66-6F2B-6CD6-DB72-93F64062F32D}"/>
          </ac:picMkLst>
        </pc:picChg>
        <pc:picChg chg="mod">
          <ac:chgData name="Wojciech Chojnacki" userId="7fba726a-b0fb-4d88-b59c-bb634d89a4f0" providerId="ADAL" clId="{506FAE17-0E21-502D-BE9C-1CB4E43013BC}" dt="2026-05-14T10:59:50.710" v="3287" actId="1076"/>
          <ac:picMkLst>
            <pc:docMk/>
            <pc:sldMk cId="920744990" sldId="977"/>
            <ac:picMk id="3076" creationId="{4508A3D5-B283-6E77-610D-F8A424DB7349}"/>
          </ac:picMkLst>
        </pc:picChg>
        <pc:picChg chg="del">
          <ac:chgData name="Wojciech Chojnacki" userId="7fba726a-b0fb-4d88-b59c-bb634d89a4f0" providerId="ADAL" clId="{506FAE17-0E21-502D-BE9C-1CB4E43013BC}" dt="2026-05-13T21:19:53.865" v="1228" actId="21"/>
          <ac:picMkLst>
            <pc:docMk/>
            <pc:sldMk cId="920744990" sldId="977"/>
            <ac:picMk id="3078" creationId="{52B5ADE0-A86C-31C9-FEA8-2BC80C2E99F0}"/>
          </ac:picMkLst>
        </pc:picChg>
      </pc:sldChg>
      <pc:sldChg chg="addSp modSp new mod">
        <pc:chgData name="Wojciech Chojnacki" userId="7fba726a-b0fb-4d88-b59c-bb634d89a4f0" providerId="ADAL" clId="{506FAE17-0E21-502D-BE9C-1CB4E43013BC}" dt="2026-05-14T07:12:53.939" v="1289" actId="1076"/>
        <pc:sldMkLst>
          <pc:docMk/>
          <pc:sldMk cId="1632854178" sldId="978"/>
        </pc:sldMkLst>
        <pc:spChg chg="add mod">
          <ac:chgData name="Wojciech Chojnacki" userId="7fba726a-b0fb-4d88-b59c-bb634d89a4f0" providerId="ADAL" clId="{506FAE17-0E21-502D-BE9C-1CB4E43013BC}" dt="2026-05-14T07:12:53.939" v="1289" actId="1076"/>
          <ac:spMkLst>
            <pc:docMk/>
            <pc:sldMk cId="1632854178" sldId="978"/>
            <ac:spMk id="4" creationId="{2CE3FE62-343C-0CCD-33C7-88E9CF26A511}"/>
          </ac:spMkLst>
        </pc:spChg>
        <pc:picChg chg="add mod">
          <ac:chgData name="Wojciech Chojnacki" userId="7fba726a-b0fb-4d88-b59c-bb634d89a4f0" providerId="ADAL" clId="{506FAE17-0E21-502D-BE9C-1CB4E43013BC}" dt="2026-05-14T07:12:36.730" v="1281" actId="1076"/>
          <ac:picMkLst>
            <pc:docMk/>
            <pc:sldMk cId="1632854178" sldId="978"/>
            <ac:picMk id="2" creationId="{24CC0588-FF2B-A7C6-0570-BC444096D1E4}"/>
          </ac:picMkLst>
        </pc:picChg>
      </pc:sldChg>
      <pc:sldChg chg="addSp delSp modSp add mod modAnim">
        <pc:chgData name="Wojciech Chojnacki" userId="7fba726a-b0fb-4d88-b59c-bb634d89a4f0" providerId="ADAL" clId="{506FAE17-0E21-502D-BE9C-1CB4E43013BC}" dt="2026-05-14T11:00:21.685" v="3294" actId="1076"/>
        <pc:sldMkLst>
          <pc:docMk/>
          <pc:sldMk cId="3511681114" sldId="979"/>
        </pc:sldMkLst>
        <pc:spChg chg="mod">
          <ac:chgData name="Wojciech Chojnacki" userId="7fba726a-b0fb-4d88-b59c-bb634d89a4f0" providerId="ADAL" clId="{506FAE17-0E21-502D-BE9C-1CB4E43013BC}" dt="2026-05-14T11:00:10.862" v="3291" actId="1076"/>
          <ac:spMkLst>
            <pc:docMk/>
            <pc:sldMk cId="3511681114" sldId="979"/>
            <ac:spMk id="2" creationId="{4122BF39-08D6-8D36-7E8A-7C575E558B46}"/>
          </ac:spMkLst>
        </pc:spChg>
        <pc:spChg chg="mod">
          <ac:chgData name="Wojciech Chojnacki" userId="7fba726a-b0fb-4d88-b59c-bb634d89a4f0" providerId="ADAL" clId="{506FAE17-0E21-502D-BE9C-1CB4E43013BC}" dt="2026-05-14T10:58:05.669" v="3269" actId="1076"/>
          <ac:spMkLst>
            <pc:docMk/>
            <pc:sldMk cId="3511681114" sldId="979"/>
            <ac:spMk id="3" creationId="{3666FF05-4425-393F-46BE-311EF71E082D}"/>
          </ac:spMkLst>
        </pc:spChg>
        <pc:spChg chg="mod">
          <ac:chgData name="Wojciech Chojnacki" userId="7fba726a-b0fb-4d88-b59c-bb634d89a4f0" providerId="ADAL" clId="{506FAE17-0E21-502D-BE9C-1CB4E43013BC}" dt="2026-05-14T11:00:13.953" v="3292" actId="1076"/>
          <ac:spMkLst>
            <pc:docMk/>
            <pc:sldMk cId="3511681114" sldId="979"/>
            <ac:spMk id="4" creationId="{016CD8A9-6010-EB97-4BB8-9F8D8CAE9954}"/>
          </ac:spMkLst>
        </pc:spChg>
        <pc:spChg chg="del">
          <ac:chgData name="Wojciech Chojnacki" userId="7fba726a-b0fb-4d88-b59c-bb634d89a4f0" providerId="ADAL" clId="{506FAE17-0E21-502D-BE9C-1CB4E43013BC}" dt="2026-05-14T07:20:35.552" v="1338" actId="478"/>
          <ac:spMkLst>
            <pc:docMk/>
            <pc:sldMk cId="3511681114" sldId="979"/>
            <ac:spMk id="8" creationId="{F2703938-E972-3325-CD8A-2075FC531147}"/>
          </ac:spMkLst>
        </pc:spChg>
        <pc:spChg chg="del">
          <ac:chgData name="Wojciech Chojnacki" userId="7fba726a-b0fb-4d88-b59c-bb634d89a4f0" providerId="ADAL" clId="{506FAE17-0E21-502D-BE9C-1CB4E43013BC}" dt="2026-05-14T07:20:35.552" v="1338" actId="478"/>
          <ac:spMkLst>
            <pc:docMk/>
            <pc:sldMk cId="3511681114" sldId="979"/>
            <ac:spMk id="10" creationId="{3C7FAFE0-A7BB-BFDE-D0A2-E311EF7E6348}"/>
          </ac:spMkLst>
        </pc:spChg>
        <pc:spChg chg="del">
          <ac:chgData name="Wojciech Chojnacki" userId="7fba726a-b0fb-4d88-b59c-bb634d89a4f0" providerId="ADAL" clId="{506FAE17-0E21-502D-BE9C-1CB4E43013BC}" dt="2026-05-14T07:20:25.848" v="1337" actId="478"/>
          <ac:spMkLst>
            <pc:docMk/>
            <pc:sldMk cId="3511681114" sldId="979"/>
            <ac:spMk id="12" creationId="{53FCD750-F364-D2EA-0458-7049CF23549C}"/>
          </ac:spMkLst>
        </pc:spChg>
        <pc:spChg chg="del">
          <ac:chgData name="Wojciech Chojnacki" userId="7fba726a-b0fb-4d88-b59c-bb634d89a4f0" providerId="ADAL" clId="{506FAE17-0E21-502D-BE9C-1CB4E43013BC}" dt="2026-05-14T07:20:25.848" v="1337" actId="478"/>
          <ac:spMkLst>
            <pc:docMk/>
            <pc:sldMk cId="3511681114" sldId="979"/>
            <ac:spMk id="13" creationId="{11A42981-6CA9-5276-7A9C-329CFD8833AE}"/>
          </ac:spMkLst>
        </pc:spChg>
        <pc:spChg chg="mod">
          <ac:chgData name="Wojciech Chojnacki" userId="7fba726a-b0fb-4d88-b59c-bb634d89a4f0" providerId="ADAL" clId="{506FAE17-0E21-502D-BE9C-1CB4E43013BC}" dt="2026-05-14T11:00:21.685" v="3294" actId="1076"/>
          <ac:spMkLst>
            <pc:docMk/>
            <pc:sldMk cId="3511681114" sldId="979"/>
            <ac:spMk id="14" creationId="{593D8930-65F3-7516-84BC-A6A4C3479C62}"/>
          </ac:spMkLst>
        </pc:spChg>
        <pc:spChg chg="del">
          <ac:chgData name="Wojciech Chojnacki" userId="7fba726a-b0fb-4d88-b59c-bb634d89a4f0" providerId="ADAL" clId="{506FAE17-0E21-502D-BE9C-1CB4E43013BC}" dt="2026-05-14T07:20:35.552" v="1338" actId="478"/>
          <ac:spMkLst>
            <pc:docMk/>
            <pc:sldMk cId="3511681114" sldId="979"/>
            <ac:spMk id="18" creationId="{CBC67CED-8036-6479-F53B-259367204592}"/>
          </ac:spMkLst>
        </pc:spChg>
        <pc:spChg chg="del">
          <ac:chgData name="Wojciech Chojnacki" userId="7fba726a-b0fb-4d88-b59c-bb634d89a4f0" providerId="ADAL" clId="{506FAE17-0E21-502D-BE9C-1CB4E43013BC}" dt="2026-05-14T07:20:35.552" v="1338" actId="478"/>
          <ac:spMkLst>
            <pc:docMk/>
            <pc:sldMk cId="3511681114" sldId="979"/>
            <ac:spMk id="20" creationId="{24E5D3D3-D385-6F3B-3360-B43713530461}"/>
          </ac:spMkLst>
        </pc:spChg>
        <pc:spChg chg="del">
          <ac:chgData name="Wojciech Chojnacki" userId="7fba726a-b0fb-4d88-b59c-bb634d89a4f0" providerId="ADAL" clId="{506FAE17-0E21-502D-BE9C-1CB4E43013BC}" dt="2026-05-14T07:20:35.552" v="1338" actId="478"/>
          <ac:spMkLst>
            <pc:docMk/>
            <pc:sldMk cId="3511681114" sldId="979"/>
            <ac:spMk id="22" creationId="{F87E5946-00EB-AFBB-9BE6-10919E21DEE6}"/>
          </ac:spMkLst>
        </pc:spChg>
        <pc:spChg chg="del mod">
          <ac:chgData name="Wojciech Chojnacki" userId="7fba726a-b0fb-4d88-b59c-bb634d89a4f0" providerId="ADAL" clId="{506FAE17-0E21-502D-BE9C-1CB4E43013BC}" dt="2026-05-14T07:21:46.499" v="1346" actId="478"/>
          <ac:spMkLst>
            <pc:docMk/>
            <pc:sldMk cId="3511681114" sldId="979"/>
            <ac:spMk id="23" creationId="{C0DD9E40-1EDF-0694-5C07-99C88BBCB0E6}"/>
          </ac:spMkLst>
        </pc:spChg>
        <pc:spChg chg="del">
          <ac:chgData name="Wojciech Chojnacki" userId="7fba726a-b0fb-4d88-b59c-bb634d89a4f0" providerId="ADAL" clId="{506FAE17-0E21-502D-BE9C-1CB4E43013BC}" dt="2026-05-14T07:20:25.848" v="1337" actId="478"/>
          <ac:spMkLst>
            <pc:docMk/>
            <pc:sldMk cId="3511681114" sldId="979"/>
            <ac:spMk id="27" creationId="{69BACCD2-C248-837E-2144-7E73771B8220}"/>
          </ac:spMkLst>
        </pc:spChg>
        <pc:spChg chg="del">
          <ac:chgData name="Wojciech Chojnacki" userId="7fba726a-b0fb-4d88-b59c-bb634d89a4f0" providerId="ADAL" clId="{506FAE17-0E21-502D-BE9C-1CB4E43013BC}" dt="2026-05-14T07:20:25.848" v="1337" actId="478"/>
          <ac:spMkLst>
            <pc:docMk/>
            <pc:sldMk cId="3511681114" sldId="979"/>
            <ac:spMk id="29" creationId="{B3894063-AA41-76CB-9705-7C9C5A7A5E11}"/>
          </ac:spMkLst>
        </pc:spChg>
        <pc:graphicFrameChg chg="add del mod modGraphic">
          <ac:chgData name="Wojciech Chojnacki" userId="7fba726a-b0fb-4d88-b59c-bb634d89a4f0" providerId="ADAL" clId="{506FAE17-0E21-502D-BE9C-1CB4E43013BC}" dt="2026-05-14T10:58:26.244" v="3272" actId="478"/>
          <ac:graphicFrameMkLst>
            <pc:docMk/>
            <pc:sldMk cId="3511681114" sldId="979"/>
            <ac:graphicFrameMk id="16" creationId="{EA460D9C-4956-7C5B-6490-04E0FD9F6EE3}"/>
          </ac:graphicFrameMkLst>
        </pc:graphicFrameChg>
        <pc:graphicFrameChg chg="add del mod modGraphic">
          <ac:chgData name="Wojciech Chojnacki" userId="7fba726a-b0fb-4d88-b59c-bb634d89a4f0" providerId="ADAL" clId="{506FAE17-0E21-502D-BE9C-1CB4E43013BC}" dt="2026-05-14T10:58:53.994" v="3279" actId="478"/>
          <ac:graphicFrameMkLst>
            <pc:docMk/>
            <pc:sldMk cId="3511681114" sldId="979"/>
            <ac:graphicFrameMk id="21" creationId="{B9A1B3E9-82DA-C8C5-09D0-2EF8FB4E296F}"/>
          </ac:graphicFrameMkLst>
        </pc:graphicFrameChg>
        <pc:graphicFrameChg chg="add del mod modGraphic">
          <ac:chgData name="Wojciech Chojnacki" userId="7fba726a-b0fb-4d88-b59c-bb634d89a4f0" providerId="ADAL" clId="{506FAE17-0E21-502D-BE9C-1CB4E43013BC}" dt="2026-05-14T10:59:21.282" v="3284" actId="21"/>
          <ac:graphicFrameMkLst>
            <pc:docMk/>
            <pc:sldMk cId="3511681114" sldId="979"/>
            <ac:graphicFrameMk id="24" creationId="{7D563789-688D-FA62-A4AA-A33F319CC36A}"/>
          </ac:graphicFrameMkLst>
        </pc:graphicFrameChg>
        <pc:graphicFrameChg chg="add del mod">
          <ac:chgData name="Wojciech Chojnacki" userId="7fba726a-b0fb-4d88-b59c-bb634d89a4f0" providerId="ADAL" clId="{506FAE17-0E21-502D-BE9C-1CB4E43013BC}" dt="2026-05-14T11:00:16.079" v="3293" actId="21"/>
          <ac:graphicFrameMkLst>
            <pc:docMk/>
            <pc:sldMk cId="3511681114" sldId="979"/>
            <ac:graphicFrameMk id="25" creationId="{84727BAA-115A-8458-A243-E3DA3F10D4AA}"/>
          </ac:graphicFrameMkLst>
        </pc:graphicFrameChg>
        <pc:picChg chg="del">
          <ac:chgData name="Wojciech Chojnacki" userId="7fba726a-b0fb-4d88-b59c-bb634d89a4f0" providerId="ADAL" clId="{506FAE17-0E21-502D-BE9C-1CB4E43013BC}" dt="2026-05-14T07:20:35.552" v="1338" actId="478"/>
          <ac:picMkLst>
            <pc:docMk/>
            <pc:sldMk cId="3511681114" sldId="979"/>
            <ac:picMk id="9" creationId="{FF48958A-AE34-3D08-F1D5-1B3E2A59DA4D}"/>
          </ac:picMkLst>
        </pc:picChg>
        <pc:picChg chg="del">
          <ac:chgData name="Wojciech Chojnacki" userId="7fba726a-b0fb-4d88-b59c-bb634d89a4f0" providerId="ADAL" clId="{506FAE17-0E21-502D-BE9C-1CB4E43013BC}" dt="2026-05-14T07:20:25.848" v="1337" actId="478"/>
          <ac:picMkLst>
            <pc:docMk/>
            <pc:sldMk cId="3511681114" sldId="979"/>
            <ac:picMk id="11" creationId="{0C9AAEFF-0BA7-FA56-0C9D-B548E7751D47}"/>
          </ac:picMkLst>
        </pc:picChg>
        <pc:picChg chg="del">
          <ac:chgData name="Wojciech Chojnacki" userId="7fba726a-b0fb-4d88-b59c-bb634d89a4f0" providerId="ADAL" clId="{506FAE17-0E21-502D-BE9C-1CB4E43013BC}" dt="2026-05-14T07:20:35.552" v="1338" actId="478"/>
          <ac:picMkLst>
            <pc:docMk/>
            <pc:sldMk cId="3511681114" sldId="979"/>
            <ac:picMk id="15" creationId="{2DD19752-D2EB-3B55-0C6F-92B632180C2C}"/>
          </ac:picMkLst>
        </pc:picChg>
        <pc:picChg chg="del">
          <ac:chgData name="Wojciech Chojnacki" userId="7fba726a-b0fb-4d88-b59c-bb634d89a4f0" providerId="ADAL" clId="{506FAE17-0E21-502D-BE9C-1CB4E43013BC}" dt="2026-05-14T07:20:35.552" v="1338" actId="478"/>
          <ac:picMkLst>
            <pc:docMk/>
            <pc:sldMk cId="3511681114" sldId="979"/>
            <ac:picMk id="17" creationId="{93F1B5BD-E6B2-661C-45E7-1F855147AC2F}"/>
          </ac:picMkLst>
        </pc:picChg>
        <pc:picChg chg="mod">
          <ac:chgData name="Wojciech Chojnacki" userId="7fba726a-b0fb-4d88-b59c-bb634d89a4f0" providerId="ADAL" clId="{506FAE17-0E21-502D-BE9C-1CB4E43013BC}" dt="2026-05-14T11:00:21.685" v="3294" actId="1076"/>
          <ac:picMkLst>
            <pc:docMk/>
            <pc:sldMk cId="3511681114" sldId="979"/>
            <ac:picMk id="19" creationId="{CEAAFE59-ECB8-82D0-2CD2-E9546A194704}"/>
          </ac:picMkLst>
        </pc:picChg>
        <pc:picChg chg="del">
          <ac:chgData name="Wojciech Chojnacki" userId="7fba726a-b0fb-4d88-b59c-bb634d89a4f0" providerId="ADAL" clId="{506FAE17-0E21-502D-BE9C-1CB4E43013BC}" dt="2026-05-14T07:20:25.848" v="1337" actId="478"/>
          <ac:picMkLst>
            <pc:docMk/>
            <pc:sldMk cId="3511681114" sldId="979"/>
            <ac:picMk id="28" creationId="{63237CF6-598A-326D-CF99-E763FEA1B1EA}"/>
          </ac:picMkLst>
        </pc:picChg>
        <pc:picChg chg="mod">
          <ac:chgData name="Wojciech Chojnacki" userId="7fba726a-b0fb-4d88-b59c-bb634d89a4f0" providerId="ADAL" clId="{506FAE17-0E21-502D-BE9C-1CB4E43013BC}" dt="2026-05-14T11:00:21.685" v="3294" actId="1076"/>
          <ac:picMkLst>
            <pc:docMk/>
            <pc:sldMk cId="3511681114" sldId="979"/>
            <ac:picMk id="30" creationId="{ACFD22E2-A706-0930-1F1E-AD0CBAEE6BFB}"/>
          </ac:picMkLst>
        </pc:picChg>
        <pc:picChg chg="mod">
          <ac:chgData name="Wojciech Chojnacki" userId="7fba726a-b0fb-4d88-b59c-bb634d89a4f0" providerId="ADAL" clId="{506FAE17-0E21-502D-BE9C-1CB4E43013BC}" dt="2026-05-14T11:00:21.685" v="3294" actId="1076"/>
          <ac:picMkLst>
            <pc:docMk/>
            <pc:sldMk cId="3511681114" sldId="979"/>
            <ac:picMk id="31" creationId="{F3B2BE00-D234-63FE-09D5-4329E9687D34}"/>
          </ac:picMkLst>
        </pc:picChg>
        <pc:picChg chg="mod">
          <ac:chgData name="Wojciech Chojnacki" userId="7fba726a-b0fb-4d88-b59c-bb634d89a4f0" providerId="ADAL" clId="{506FAE17-0E21-502D-BE9C-1CB4E43013BC}" dt="2026-05-14T11:00:21.685" v="3294" actId="1076"/>
          <ac:picMkLst>
            <pc:docMk/>
            <pc:sldMk cId="3511681114" sldId="979"/>
            <ac:picMk id="1026" creationId="{5A473D91-5EB1-6776-7CCF-64E1BDA4CB67}"/>
          </ac:picMkLst>
        </pc:picChg>
        <pc:picChg chg="del">
          <ac:chgData name="Wojciech Chojnacki" userId="7fba726a-b0fb-4d88-b59c-bb634d89a4f0" providerId="ADAL" clId="{506FAE17-0E21-502D-BE9C-1CB4E43013BC}" dt="2026-05-14T07:20:35.552" v="1338" actId="478"/>
          <ac:picMkLst>
            <pc:docMk/>
            <pc:sldMk cId="3511681114" sldId="979"/>
            <ac:picMk id="3074" creationId="{CF0FC975-C268-1AD1-D3A1-F8EF3CBAC922}"/>
          </ac:picMkLst>
        </pc:picChg>
        <pc:picChg chg="del">
          <ac:chgData name="Wojciech Chojnacki" userId="7fba726a-b0fb-4d88-b59c-bb634d89a4f0" providerId="ADAL" clId="{506FAE17-0E21-502D-BE9C-1CB4E43013BC}" dt="2026-05-14T07:20:35.552" v="1338" actId="478"/>
          <ac:picMkLst>
            <pc:docMk/>
            <pc:sldMk cId="3511681114" sldId="979"/>
            <ac:picMk id="3076" creationId="{C0DCC47A-3550-5B79-8BF5-FD2DE0BCDCDB}"/>
          </ac:picMkLst>
        </pc:picChg>
      </pc:sldChg>
      <pc:sldChg chg="addSp delSp modSp add mod ord modAnim">
        <pc:chgData name="Wojciech Chojnacki" userId="7fba726a-b0fb-4d88-b59c-bb634d89a4f0" providerId="ADAL" clId="{506FAE17-0E21-502D-BE9C-1CB4E43013BC}" dt="2026-05-14T07:26:39.220" v="1615"/>
        <pc:sldMkLst>
          <pc:docMk/>
          <pc:sldMk cId="1990156380" sldId="980"/>
        </pc:sldMkLst>
        <pc:spChg chg="del mod">
          <ac:chgData name="Wojciech Chojnacki" userId="7fba726a-b0fb-4d88-b59c-bb634d89a4f0" providerId="ADAL" clId="{506FAE17-0E21-502D-BE9C-1CB4E43013BC}" dt="2026-05-14T07:23:36.697" v="1429" actId="478"/>
          <ac:spMkLst>
            <pc:docMk/>
            <pc:sldMk cId="1990156380" sldId="980"/>
            <ac:spMk id="2" creationId="{636B883A-3105-700A-5411-1F2AAD876A66}"/>
          </ac:spMkLst>
        </pc:spChg>
        <pc:spChg chg="add mod">
          <ac:chgData name="Wojciech Chojnacki" userId="7fba726a-b0fb-4d88-b59c-bb634d89a4f0" providerId="ADAL" clId="{506FAE17-0E21-502D-BE9C-1CB4E43013BC}" dt="2026-05-14T07:24:56.987" v="1515" actId="20577"/>
          <ac:spMkLst>
            <pc:docMk/>
            <pc:sldMk cId="1990156380" sldId="980"/>
            <ac:spMk id="3" creationId="{4CE5775B-C122-D536-32AB-4E7B57E982C9}"/>
          </ac:spMkLst>
        </pc:spChg>
        <pc:spChg chg="mod">
          <ac:chgData name="Wojciech Chojnacki" userId="7fba726a-b0fb-4d88-b59c-bb634d89a4f0" providerId="ADAL" clId="{506FAE17-0E21-502D-BE9C-1CB4E43013BC}" dt="2026-05-14T07:25:27.324" v="1535" actId="20577"/>
          <ac:spMkLst>
            <pc:docMk/>
            <pc:sldMk cId="1990156380" sldId="980"/>
            <ac:spMk id="4" creationId="{49835141-816E-0E33-9C4D-8E66F01D590F}"/>
          </ac:spMkLst>
        </pc:spChg>
        <pc:spChg chg="add mod">
          <ac:chgData name="Wojciech Chojnacki" userId="7fba726a-b0fb-4d88-b59c-bb634d89a4f0" providerId="ADAL" clId="{506FAE17-0E21-502D-BE9C-1CB4E43013BC}" dt="2026-05-14T07:25:33.064" v="1544" actId="20577"/>
          <ac:spMkLst>
            <pc:docMk/>
            <pc:sldMk cId="1990156380" sldId="980"/>
            <ac:spMk id="5" creationId="{914D47C9-9952-0BCE-5241-4E8C2FE554C5}"/>
          </ac:spMkLst>
        </pc:spChg>
        <pc:spChg chg="add mod">
          <ac:chgData name="Wojciech Chojnacki" userId="7fba726a-b0fb-4d88-b59c-bb634d89a4f0" providerId="ADAL" clId="{506FAE17-0E21-502D-BE9C-1CB4E43013BC}" dt="2026-05-14T07:26:20.736" v="1611" actId="20577"/>
          <ac:spMkLst>
            <pc:docMk/>
            <pc:sldMk cId="1990156380" sldId="980"/>
            <ac:spMk id="6" creationId="{D67C0165-B4A1-1118-3BFD-4487D8F183EA}"/>
          </ac:spMkLst>
        </pc:spChg>
        <pc:spChg chg="add mod">
          <ac:chgData name="Wojciech Chojnacki" userId="7fba726a-b0fb-4d88-b59c-bb634d89a4f0" providerId="ADAL" clId="{506FAE17-0E21-502D-BE9C-1CB4E43013BC}" dt="2026-05-14T07:25:48.868" v="1558" actId="20577"/>
          <ac:spMkLst>
            <pc:docMk/>
            <pc:sldMk cId="1990156380" sldId="980"/>
            <ac:spMk id="7" creationId="{7A3939F6-67E1-55E7-4A3D-C889EA49B96C}"/>
          </ac:spMkLst>
        </pc:spChg>
        <pc:picChg chg="del">
          <ac:chgData name="Wojciech Chojnacki" userId="7fba726a-b0fb-4d88-b59c-bb634d89a4f0" providerId="ADAL" clId="{506FAE17-0E21-502D-BE9C-1CB4E43013BC}" dt="2026-05-14T07:22:06.847" v="1348" actId="478"/>
          <ac:picMkLst>
            <pc:docMk/>
            <pc:sldMk cId="1990156380" sldId="980"/>
            <ac:picMk id="12" creationId="{9F469AC4-2FEB-A731-5ABA-320FEB9D9926}"/>
          </ac:picMkLst>
        </pc:picChg>
      </pc:sldChg>
      <pc:sldChg chg="addSp delSp modSp add mod delAnim modAnim">
        <pc:chgData name="Wojciech Chojnacki" userId="7fba726a-b0fb-4d88-b59c-bb634d89a4f0" providerId="ADAL" clId="{506FAE17-0E21-502D-BE9C-1CB4E43013BC}" dt="2026-05-14T11:00:41.674" v="3299" actId="21"/>
        <pc:sldMkLst>
          <pc:docMk/>
          <pc:sldMk cId="1025406926" sldId="981"/>
        </pc:sldMkLst>
        <pc:spChg chg="mod">
          <ac:chgData name="Wojciech Chojnacki" userId="7fba726a-b0fb-4d88-b59c-bb634d89a4f0" providerId="ADAL" clId="{506FAE17-0E21-502D-BE9C-1CB4E43013BC}" dt="2026-05-14T11:00:33.402" v="3296" actId="1076"/>
          <ac:spMkLst>
            <pc:docMk/>
            <pc:sldMk cId="1025406926" sldId="981"/>
            <ac:spMk id="2" creationId="{F8868C69-6511-E8D3-8A69-8CBD27C872F4}"/>
          </ac:spMkLst>
        </pc:spChg>
        <pc:spChg chg="mod">
          <ac:chgData name="Wojciech Chojnacki" userId="7fba726a-b0fb-4d88-b59c-bb634d89a4f0" providerId="ADAL" clId="{506FAE17-0E21-502D-BE9C-1CB4E43013BC}" dt="2026-05-14T11:00:37.143" v="3297" actId="1076"/>
          <ac:spMkLst>
            <pc:docMk/>
            <pc:sldMk cId="1025406926" sldId="981"/>
            <ac:spMk id="4" creationId="{6223CBE6-6F86-1036-648D-0F854F038653}"/>
          </ac:spMkLst>
        </pc:spChg>
        <pc:spChg chg="del">
          <ac:chgData name="Wojciech Chojnacki" userId="7fba726a-b0fb-4d88-b59c-bb634d89a4f0" providerId="ADAL" clId="{506FAE17-0E21-502D-BE9C-1CB4E43013BC}" dt="2026-05-14T08:22:54.969" v="1622" actId="478"/>
          <ac:spMkLst>
            <pc:docMk/>
            <pc:sldMk cId="1025406926" sldId="981"/>
            <ac:spMk id="12" creationId="{87F24933-2F8F-2768-97F4-5DC2DCCD08C8}"/>
          </ac:spMkLst>
        </pc:spChg>
        <pc:spChg chg="del">
          <ac:chgData name="Wojciech Chojnacki" userId="7fba726a-b0fb-4d88-b59c-bb634d89a4f0" providerId="ADAL" clId="{506FAE17-0E21-502D-BE9C-1CB4E43013BC}" dt="2026-05-14T08:22:54.969" v="1622" actId="478"/>
          <ac:spMkLst>
            <pc:docMk/>
            <pc:sldMk cId="1025406926" sldId="981"/>
            <ac:spMk id="13" creationId="{02EDA6C6-390E-455D-FF8F-65346FE8DCBB}"/>
          </ac:spMkLst>
        </pc:spChg>
        <pc:spChg chg="mod">
          <ac:chgData name="Wojciech Chojnacki" userId="7fba726a-b0fb-4d88-b59c-bb634d89a4f0" providerId="ADAL" clId="{506FAE17-0E21-502D-BE9C-1CB4E43013BC}" dt="2026-05-14T11:00:33.402" v="3296" actId="1076"/>
          <ac:spMkLst>
            <pc:docMk/>
            <pc:sldMk cId="1025406926" sldId="981"/>
            <ac:spMk id="14" creationId="{AF2E4A6B-C409-E6AD-36F9-2C90C395AB90}"/>
          </ac:spMkLst>
        </pc:spChg>
        <pc:spChg chg="del">
          <ac:chgData name="Wojciech Chojnacki" userId="7fba726a-b0fb-4d88-b59c-bb634d89a4f0" providerId="ADAL" clId="{506FAE17-0E21-502D-BE9C-1CB4E43013BC}" dt="2026-05-14T08:22:45.927" v="1620" actId="478"/>
          <ac:spMkLst>
            <pc:docMk/>
            <pc:sldMk cId="1025406926" sldId="981"/>
            <ac:spMk id="18" creationId="{7DEDDCEB-A1F7-BFE7-CE88-5953969FB70F}"/>
          </ac:spMkLst>
        </pc:spChg>
        <pc:spChg chg="del">
          <ac:chgData name="Wojciech Chojnacki" userId="7fba726a-b0fb-4d88-b59c-bb634d89a4f0" providerId="ADAL" clId="{506FAE17-0E21-502D-BE9C-1CB4E43013BC}" dt="2026-05-14T08:22:45.927" v="1620" actId="478"/>
          <ac:spMkLst>
            <pc:docMk/>
            <pc:sldMk cId="1025406926" sldId="981"/>
            <ac:spMk id="20" creationId="{56E9E00C-82BC-2047-C265-BB78A56AA022}"/>
          </ac:spMkLst>
        </pc:spChg>
        <pc:spChg chg="del">
          <ac:chgData name="Wojciech Chojnacki" userId="7fba726a-b0fb-4d88-b59c-bb634d89a4f0" providerId="ADAL" clId="{506FAE17-0E21-502D-BE9C-1CB4E43013BC}" dt="2026-05-14T08:22:45.927" v="1620" actId="478"/>
          <ac:spMkLst>
            <pc:docMk/>
            <pc:sldMk cId="1025406926" sldId="981"/>
            <ac:spMk id="22" creationId="{916EA083-2FF9-9F44-F529-4BCA5F70F183}"/>
          </ac:spMkLst>
        </pc:spChg>
        <pc:spChg chg="mod">
          <ac:chgData name="Wojciech Chojnacki" userId="7fba726a-b0fb-4d88-b59c-bb634d89a4f0" providerId="ADAL" clId="{506FAE17-0E21-502D-BE9C-1CB4E43013BC}" dt="2026-05-14T08:22:51.067" v="1621" actId="14100"/>
          <ac:spMkLst>
            <pc:docMk/>
            <pc:sldMk cId="1025406926" sldId="981"/>
            <ac:spMk id="23" creationId="{FDC815A4-56BC-0853-F7CC-DC5C12A7F346}"/>
          </ac:spMkLst>
        </pc:spChg>
        <pc:spChg chg="del">
          <ac:chgData name="Wojciech Chojnacki" userId="7fba726a-b0fb-4d88-b59c-bb634d89a4f0" providerId="ADAL" clId="{506FAE17-0E21-502D-BE9C-1CB4E43013BC}" dt="2026-05-14T08:22:57.960" v="1623" actId="478"/>
          <ac:spMkLst>
            <pc:docMk/>
            <pc:sldMk cId="1025406926" sldId="981"/>
            <ac:spMk id="27" creationId="{FB260E74-B169-87FB-154B-DCB60B1642A1}"/>
          </ac:spMkLst>
        </pc:spChg>
        <pc:spChg chg="del">
          <ac:chgData name="Wojciech Chojnacki" userId="7fba726a-b0fb-4d88-b59c-bb634d89a4f0" providerId="ADAL" clId="{506FAE17-0E21-502D-BE9C-1CB4E43013BC}" dt="2026-05-14T08:22:54.969" v="1622" actId="478"/>
          <ac:spMkLst>
            <pc:docMk/>
            <pc:sldMk cId="1025406926" sldId="981"/>
            <ac:spMk id="29" creationId="{CBFFA31F-07AA-757F-5464-1D28C59E1E55}"/>
          </ac:spMkLst>
        </pc:spChg>
        <pc:graphicFrameChg chg="add del mod">
          <ac:chgData name="Wojciech Chojnacki" userId="7fba726a-b0fb-4d88-b59c-bb634d89a4f0" providerId="ADAL" clId="{506FAE17-0E21-502D-BE9C-1CB4E43013BC}" dt="2026-05-14T11:00:41.674" v="3299" actId="21"/>
          <ac:graphicFrameMkLst>
            <pc:docMk/>
            <pc:sldMk cId="1025406926" sldId="981"/>
            <ac:graphicFrameMk id="16" creationId="{CADC8DBB-6E3F-1563-FFBC-12FCECEEC58B}"/>
          </ac:graphicFrameMkLst>
        </pc:graphicFrameChg>
        <pc:picChg chg="del">
          <ac:chgData name="Wojciech Chojnacki" userId="7fba726a-b0fb-4d88-b59c-bb634d89a4f0" providerId="ADAL" clId="{506FAE17-0E21-502D-BE9C-1CB4E43013BC}" dt="2026-05-14T08:22:54.969" v="1622" actId="478"/>
          <ac:picMkLst>
            <pc:docMk/>
            <pc:sldMk cId="1025406926" sldId="981"/>
            <ac:picMk id="11" creationId="{602D7F99-C3CA-B119-E6FF-1FA0AC89496D}"/>
          </ac:picMkLst>
        </pc:picChg>
        <pc:picChg chg="del">
          <ac:chgData name="Wojciech Chojnacki" userId="7fba726a-b0fb-4d88-b59c-bb634d89a4f0" providerId="ADAL" clId="{506FAE17-0E21-502D-BE9C-1CB4E43013BC}" dt="2026-05-14T08:22:45.927" v="1620" actId="478"/>
          <ac:picMkLst>
            <pc:docMk/>
            <pc:sldMk cId="1025406926" sldId="981"/>
            <ac:picMk id="15" creationId="{5EDEE534-9D71-EA36-70A9-7F3F588C0D6F}"/>
          </ac:picMkLst>
        </pc:picChg>
        <pc:picChg chg="mod">
          <ac:chgData name="Wojciech Chojnacki" userId="7fba726a-b0fb-4d88-b59c-bb634d89a4f0" providerId="ADAL" clId="{506FAE17-0E21-502D-BE9C-1CB4E43013BC}" dt="2026-05-14T11:00:33.402" v="3296" actId="1076"/>
          <ac:picMkLst>
            <pc:docMk/>
            <pc:sldMk cId="1025406926" sldId="981"/>
            <ac:picMk id="19" creationId="{A8359642-C97B-B72E-7411-F274FC9399D9}"/>
          </ac:picMkLst>
        </pc:picChg>
        <pc:picChg chg="del">
          <ac:chgData name="Wojciech Chojnacki" userId="7fba726a-b0fb-4d88-b59c-bb634d89a4f0" providerId="ADAL" clId="{506FAE17-0E21-502D-BE9C-1CB4E43013BC}" dt="2026-05-14T08:22:54.969" v="1622" actId="478"/>
          <ac:picMkLst>
            <pc:docMk/>
            <pc:sldMk cId="1025406926" sldId="981"/>
            <ac:picMk id="28" creationId="{816AC843-344A-6090-CF8B-5ACC4505FB27}"/>
          </ac:picMkLst>
        </pc:picChg>
        <pc:picChg chg="mod">
          <ac:chgData name="Wojciech Chojnacki" userId="7fba726a-b0fb-4d88-b59c-bb634d89a4f0" providerId="ADAL" clId="{506FAE17-0E21-502D-BE9C-1CB4E43013BC}" dt="2026-05-14T11:00:33.402" v="3296" actId="1076"/>
          <ac:picMkLst>
            <pc:docMk/>
            <pc:sldMk cId="1025406926" sldId="981"/>
            <ac:picMk id="30" creationId="{7D8C0145-78B6-F9CA-A9D4-B34030FB8EBB}"/>
          </ac:picMkLst>
        </pc:picChg>
        <pc:picChg chg="mod">
          <ac:chgData name="Wojciech Chojnacki" userId="7fba726a-b0fb-4d88-b59c-bb634d89a4f0" providerId="ADAL" clId="{506FAE17-0E21-502D-BE9C-1CB4E43013BC}" dt="2026-05-14T11:00:33.402" v="3296" actId="1076"/>
          <ac:picMkLst>
            <pc:docMk/>
            <pc:sldMk cId="1025406926" sldId="981"/>
            <ac:picMk id="31" creationId="{B3FDE10F-B954-FA12-657D-D126F61BE324}"/>
          </ac:picMkLst>
        </pc:picChg>
        <pc:picChg chg="mod">
          <ac:chgData name="Wojciech Chojnacki" userId="7fba726a-b0fb-4d88-b59c-bb634d89a4f0" providerId="ADAL" clId="{506FAE17-0E21-502D-BE9C-1CB4E43013BC}" dt="2026-05-14T11:00:33.402" v="3296" actId="1076"/>
          <ac:picMkLst>
            <pc:docMk/>
            <pc:sldMk cId="1025406926" sldId="981"/>
            <ac:picMk id="1026" creationId="{2A8A0CED-9733-5A7E-C960-88E255A7F87B}"/>
          </ac:picMkLst>
        </pc:picChg>
        <pc:picChg chg="del">
          <ac:chgData name="Wojciech Chojnacki" userId="7fba726a-b0fb-4d88-b59c-bb634d89a4f0" providerId="ADAL" clId="{506FAE17-0E21-502D-BE9C-1CB4E43013BC}" dt="2026-05-14T08:22:45.927" v="1620" actId="478"/>
          <ac:picMkLst>
            <pc:docMk/>
            <pc:sldMk cId="1025406926" sldId="981"/>
            <ac:picMk id="2060" creationId="{F60E3018-4967-7FBE-C1A5-2E7B33B84362}"/>
          </ac:picMkLst>
        </pc:picChg>
        <pc:picChg chg="del">
          <ac:chgData name="Wojciech Chojnacki" userId="7fba726a-b0fb-4d88-b59c-bb634d89a4f0" providerId="ADAL" clId="{506FAE17-0E21-502D-BE9C-1CB4E43013BC}" dt="2026-05-14T08:22:45.927" v="1620" actId="478"/>
          <ac:picMkLst>
            <pc:docMk/>
            <pc:sldMk cId="1025406926" sldId="981"/>
            <ac:picMk id="2062" creationId="{FCAF5AA3-A345-91C1-E436-59038CC7B998}"/>
          </ac:picMkLst>
        </pc:picChg>
        <pc:picChg chg="del">
          <ac:chgData name="Wojciech Chojnacki" userId="7fba726a-b0fb-4d88-b59c-bb634d89a4f0" providerId="ADAL" clId="{506FAE17-0E21-502D-BE9C-1CB4E43013BC}" dt="2026-05-14T08:22:45.927" v="1620" actId="478"/>
          <ac:picMkLst>
            <pc:docMk/>
            <pc:sldMk cId="1025406926" sldId="981"/>
            <ac:picMk id="2064" creationId="{703498A5-2761-E11B-C8E7-A476D5D76351}"/>
          </ac:picMkLst>
        </pc:picChg>
        <pc:picChg chg="del">
          <ac:chgData name="Wojciech Chojnacki" userId="7fba726a-b0fb-4d88-b59c-bb634d89a4f0" providerId="ADAL" clId="{506FAE17-0E21-502D-BE9C-1CB4E43013BC}" dt="2026-05-14T08:22:45.927" v="1620" actId="478"/>
          <ac:picMkLst>
            <pc:docMk/>
            <pc:sldMk cId="1025406926" sldId="981"/>
            <ac:picMk id="2066" creationId="{9A5E780E-80A3-0FC9-68EC-8D0F21AB7130}"/>
          </ac:picMkLst>
        </pc:picChg>
        <pc:picChg chg="del">
          <ac:chgData name="Wojciech Chojnacki" userId="7fba726a-b0fb-4d88-b59c-bb634d89a4f0" providerId="ADAL" clId="{506FAE17-0E21-502D-BE9C-1CB4E43013BC}" dt="2026-05-14T08:22:45.927" v="1620" actId="478"/>
          <ac:picMkLst>
            <pc:docMk/>
            <pc:sldMk cId="1025406926" sldId="981"/>
            <ac:picMk id="3074" creationId="{E647541F-9BC6-A738-C672-A842310727EA}"/>
          </ac:picMkLst>
        </pc:picChg>
        <pc:picChg chg="del">
          <ac:chgData name="Wojciech Chojnacki" userId="7fba726a-b0fb-4d88-b59c-bb634d89a4f0" providerId="ADAL" clId="{506FAE17-0E21-502D-BE9C-1CB4E43013BC}" dt="2026-05-14T08:22:45.927" v="1620" actId="478"/>
          <ac:picMkLst>
            <pc:docMk/>
            <pc:sldMk cId="1025406926" sldId="981"/>
            <ac:picMk id="3076" creationId="{5D17274E-63D9-0510-1DD1-B1CCCB11ED90}"/>
          </ac:picMkLst>
        </pc:picChg>
      </pc:sldChg>
      <pc:sldChg chg="add">
        <pc:chgData name="Wojciech Chojnacki" userId="7fba726a-b0fb-4d88-b59c-bb634d89a4f0" providerId="ADAL" clId="{506FAE17-0E21-502D-BE9C-1CB4E43013BC}" dt="2026-05-14T09:52:59.683" v="1800" actId="2890"/>
        <pc:sldMkLst>
          <pc:docMk/>
          <pc:sldMk cId="1124053553" sldId="982"/>
        </pc:sldMkLst>
      </pc:sldChg>
      <pc:sldChg chg="addSp delSp modSp add mod modAnim">
        <pc:chgData name="Wojciech Chojnacki" userId="7fba726a-b0fb-4d88-b59c-bb634d89a4f0" providerId="ADAL" clId="{506FAE17-0E21-502D-BE9C-1CB4E43013BC}" dt="2026-05-14T10:50:21.331" v="3067" actId="20577"/>
        <pc:sldMkLst>
          <pc:docMk/>
          <pc:sldMk cId="3975205107" sldId="983"/>
        </pc:sldMkLst>
        <pc:spChg chg="mod">
          <ac:chgData name="Wojciech Chojnacki" userId="7fba726a-b0fb-4d88-b59c-bb634d89a4f0" providerId="ADAL" clId="{506FAE17-0E21-502D-BE9C-1CB4E43013BC}" dt="2026-05-14T10:24:18.978" v="2209" actId="20577"/>
          <ac:spMkLst>
            <pc:docMk/>
            <pc:sldMk cId="3975205107" sldId="983"/>
            <ac:spMk id="3" creationId="{82C50EC1-9D6F-C3B3-929A-DA09AF489EBB}"/>
          </ac:spMkLst>
        </pc:spChg>
        <pc:spChg chg="mod">
          <ac:chgData name="Wojciech Chojnacki" userId="7fba726a-b0fb-4d88-b59c-bb634d89a4f0" providerId="ADAL" clId="{506FAE17-0E21-502D-BE9C-1CB4E43013BC}" dt="2026-05-14T10:50:21.331" v="3067" actId="20577"/>
          <ac:spMkLst>
            <pc:docMk/>
            <pc:sldMk cId="3975205107" sldId="983"/>
            <ac:spMk id="6" creationId="{DE235000-07AF-EE76-F557-AC2453CEF1AD}"/>
          </ac:spMkLst>
        </pc:spChg>
        <pc:spChg chg="mod">
          <ac:chgData name="Wojciech Chojnacki" userId="7fba726a-b0fb-4d88-b59c-bb634d89a4f0" providerId="ADAL" clId="{506FAE17-0E21-502D-BE9C-1CB4E43013BC}" dt="2026-05-14T09:53:43.443" v="1849" actId="20577"/>
          <ac:spMkLst>
            <pc:docMk/>
            <pc:sldMk cId="3975205107" sldId="983"/>
            <ac:spMk id="592" creationId="{6146A402-031D-EA3F-DF71-1DF02C5328C2}"/>
          </ac:spMkLst>
        </pc:spChg>
        <pc:picChg chg="del">
          <ac:chgData name="Wojciech Chojnacki" userId="7fba726a-b0fb-4d88-b59c-bb634d89a4f0" providerId="ADAL" clId="{506FAE17-0E21-502D-BE9C-1CB4E43013BC}" dt="2026-05-14T10:22:56.830" v="2079" actId="478"/>
          <ac:picMkLst>
            <pc:docMk/>
            <pc:sldMk cId="3975205107" sldId="983"/>
            <ac:picMk id="4" creationId="{EDA633A6-5373-5B33-DFCA-2A85E202E53F}"/>
          </ac:picMkLst>
        </pc:picChg>
        <pc:picChg chg="add mod">
          <ac:chgData name="Wojciech Chojnacki" userId="7fba726a-b0fb-4d88-b59c-bb634d89a4f0" providerId="ADAL" clId="{506FAE17-0E21-502D-BE9C-1CB4E43013BC}" dt="2026-05-14T10:23:37.612" v="2086" actId="1076"/>
          <ac:picMkLst>
            <pc:docMk/>
            <pc:sldMk cId="3975205107" sldId="983"/>
            <ac:picMk id="5" creationId="{9150FC36-5C3D-CE40-3B04-06E61EE8EB02}"/>
          </ac:picMkLst>
        </pc:picChg>
        <pc:picChg chg="add mod">
          <ac:chgData name="Wojciech Chojnacki" userId="7fba726a-b0fb-4d88-b59c-bb634d89a4f0" providerId="ADAL" clId="{506FAE17-0E21-502D-BE9C-1CB4E43013BC}" dt="2026-05-14T10:23:35.269" v="2085" actId="1076"/>
          <ac:picMkLst>
            <pc:docMk/>
            <pc:sldMk cId="3975205107" sldId="983"/>
            <ac:picMk id="7" creationId="{0E4DD2D2-7D2C-0E8C-370E-BF8EB64D245B}"/>
          </ac:picMkLst>
        </pc:picChg>
        <pc:picChg chg="add mod">
          <ac:chgData name="Wojciech Chojnacki" userId="7fba726a-b0fb-4d88-b59c-bb634d89a4f0" providerId="ADAL" clId="{506FAE17-0E21-502D-BE9C-1CB4E43013BC}" dt="2026-05-14T10:23:33.502" v="2084" actId="1076"/>
          <ac:picMkLst>
            <pc:docMk/>
            <pc:sldMk cId="3975205107" sldId="983"/>
            <ac:picMk id="8" creationId="{A190654A-8050-860F-77CF-B099E754F45A}"/>
          </ac:picMkLst>
        </pc:picChg>
      </pc:sldChg>
      <pc:sldChg chg="add">
        <pc:chgData name="Wojciech Chojnacki" userId="7fba726a-b0fb-4d88-b59c-bb634d89a4f0" providerId="ADAL" clId="{506FAE17-0E21-502D-BE9C-1CB4E43013BC}" dt="2026-05-14T10:25:51.471" v="2447"/>
        <pc:sldMkLst>
          <pc:docMk/>
          <pc:sldMk cId="4118801004" sldId="984"/>
        </pc:sldMkLst>
      </pc:sldChg>
      <pc:sldChg chg="delSp add mod delAnim modAnim">
        <pc:chgData name="Wojciech Chojnacki" userId="7fba726a-b0fb-4d88-b59c-bb634d89a4f0" providerId="ADAL" clId="{506FAE17-0E21-502D-BE9C-1CB4E43013BC}" dt="2026-05-14T10:36:07.536" v="3003"/>
        <pc:sldMkLst>
          <pc:docMk/>
          <pc:sldMk cId="2275408172" sldId="985"/>
        </pc:sldMkLst>
        <pc:spChg chg="del">
          <ac:chgData name="Wojciech Chojnacki" userId="7fba726a-b0fb-4d88-b59c-bb634d89a4f0" providerId="ADAL" clId="{506FAE17-0E21-502D-BE9C-1CB4E43013BC}" dt="2026-05-14T10:35:44.020" v="2996" actId="478"/>
          <ac:spMkLst>
            <pc:docMk/>
            <pc:sldMk cId="2275408172" sldId="985"/>
            <ac:spMk id="8" creationId="{14DB8DF8-39E4-E4F1-76D7-EE68DAE9E332}"/>
          </ac:spMkLst>
        </pc:spChg>
        <pc:spChg chg="del">
          <ac:chgData name="Wojciech Chojnacki" userId="7fba726a-b0fb-4d88-b59c-bb634d89a4f0" providerId="ADAL" clId="{506FAE17-0E21-502D-BE9C-1CB4E43013BC}" dt="2026-05-14T10:35:44.020" v="2996" actId="478"/>
          <ac:spMkLst>
            <pc:docMk/>
            <pc:sldMk cId="2275408172" sldId="985"/>
            <ac:spMk id="10" creationId="{7DA0F5BA-C846-5549-FE15-28D0AA63E050}"/>
          </ac:spMkLst>
        </pc:spChg>
        <pc:spChg chg="del">
          <ac:chgData name="Wojciech Chojnacki" userId="7fba726a-b0fb-4d88-b59c-bb634d89a4f0" providerId="ADAL" clId="{506FAE17-0E21-502D-BE9C-1CB4E43013BC}" dt="2026-05-14T10:35:58.031" v="3001" actId="478"/>
          <ac:spMkLst>
            <pc:docMk/>
            <pc:sldMk cId="2275408172" sldId="985"/>
            <ac:spMk id="12" creationId="{EB401BB9-17B6-FE34-9813-A9153E233DC4}"/>
          </ac:spMkLst>
        </pc:spChg>
        <pc:spChg chg="del">
          <ac:chgData name="Wojciech Chojnacki" userId="7fba726a-b0fb-4d88-b59c-bb634d89a4f0" providerId="ADAL" clId="{506FAE17-0E21-502D-BE9C-1CB4E43013BC}" dt="2026-05-14T10:35:58.790" v="3002" actId="478"/>
          <ac:spMkLst>
            <pc:docMk/>
            <pc:sldMk cId="2275408172" sldId="985"/>
            <ac:spMk id="13" creationId="{EB84AF5B-9D89-D526-29AD-B4990E577F82}"/>
          </ac:spMkLst>
        </pc:spChg>
        <pc:spChg chg="del">
          <ac:chgData name="Wojciech Chojnacki" userId="7fba726a-b0fb-4d88-b59c-bb634d89a4f0" providerId="ADAL" clId="{506FAE17-0E21-502D-BE9C-1CB4E43013BC}" dt="2026-05-14T10:35:44.020" v="2996" actId="478"/>
          <ac:spMkLst>
            <pc:docMk/>
            <pc:sldMk cId="2275408172" sldId="985"/>
            <ac:spMk id="14" creationId="{B41E8D8F-0EE2-477D-9AA8-9BED29888F60}"/>
          </ac:spMkLst>
        </pc:spChg>
        <pc:spChg chg="del">
          <ac:chgData name="Wojciech Chojnacki" userId="7fba726a-b0fb-4d88-b59c-bb634d89a4f0" providerId="ADAL" clId="{506FAE17-0E21-502D-BE9C-1CB4E43013BC}" dt="2026-05-14T10:35:45.114" v="2997" actId="478"/>
          <ac:spMkLst>
            <pc:docMk/>
            <pc:sldMk cId="2275408172" sldId="985"/>
            <ac:spMk id="23" creationId="{BD9D3E72-E9FA-873B-99C5-7D506E0A43DB}"/>
          </ac:spMkLst>
        </pc:spChg>
        <pc:picChg chg="del">
          <ac:chgData name="Wojciech Chojnacki" userId="7fba726a-b0fb-4d88-b59c-bb634d89a4f0" providerId="ADAL" clId="{506FAE17-0E21-502D-BE9C-1CB4E43013BC}" dt="2026-05-14T10:35:44.020" v="2996" actId="478"/>
          <ac:picMkLst>
            <pc:docMk/>
            <pc:sldMk cId="2275408172" sldId="985"/>
            <ac:picMk id="5" creationId="{8D3A698F-DBB2-E5C9-D7DF-88A07C8DB152}"/>
          </ac:picMkLst>
        </pc:picChg>
        <pc:picChg chg="del">
          <ac:chgData name="Wojciech Chojnacki" userId="7fba726a-b0fb-4d88-b59c-bb634d89a4f0" providerId="ADAL" clId="{506FAE17-0E21-502D-BE9C-1CB4E43013BC}" dt="2026-05-14T10:35:46.360" v="2998" actId="478"/>
          <ac:picMkLst>
            <pc:docMk/>
            <pc:sldMk cId="2275408172" sldId="985"/>
            <ac:picMk id="6" creationId="{F1FCE00A-1F6D-D5D6-B44F-669B0EB26C6C}"/>
          </ac:picMkLst>
        </pc:picChg>
        <pc:picChg chg="del">
          <ac:chgData name="Wojciech Chojnacki" userId="7fba726a-b0fb-4d88-b59c-bb634d89a4f0" providerId="ADAL" clId="{506FAE17-0E21-502D-BE9C-1CB4E43013BC}" dt="2026-05-14T10:35:44.020" v="2996" actId="478"/>
          <ac:picMkLst>
            <pc:docMk/>
            <pc:sldMk cId="2275408172" sldId="985"/>
            <ac:picMk id="7" creationId="{7635349C-2C0A-1240-DC85-7A1AC9AEF020}"/>
          </ac:picMkLst>
        </pc:picChg>
        <pc:picChg chg="del">
          <ac:chgData name="Wojciech Chojnacki" userId="7fba726a-b0fb-4d88-b59c-bb634d89a4f0" providerId="ADAL" clId="{506FAE17-0E21-502D-BE9C-1CB4E43013BC}" dt="2026-05-14T10:35:44.020" v="2996" actId="478"/>
          <ac:picMkLst>
            <pc:docMk/>
            <pc:sldMk cId="2275408172" sldId="985"/>
            <ac:picMk id="9" creationId="{EAF07BEE-658B-53A1-ED51-CE40805A44DB}"/>
          </ac:picMkLst>
        </pc:picChg>
        <pc:picChg chg="del">
          <ac:chgData name="Wojciech Chojnacki" userId="7fba726a-b0fb-4d88-b59c-bb634d89a4f0" providerId="ADAL" clId="{506FAE17-0E21-502D-BE9C-1CB4E43013BC}" dt="2026-05-14T10:35:44.020" v="2996" actId="478"/>
          <ac:picMkLst>
            <pc:docMk/>
            <pc:sldMk cId="2275408172" sldId="985"/>
            <ac:picMk id="19" creationId="{36BF2316-CD3F-069D-EF04-D5EAEC0981C5}"/>
          </ac:picMkLst>
        </pc:picChg>
        <pc:picChg chg="del">
          <ac:chgData name="Wojciech Chojnacki" userId="7fba726a-b0fb-4d88-b59c-bb634d89a4f0" providerId="ADAL" clId="{506FAE17-0E21-502D-BE9C-1CB4E43013BC}" dt="2026-05-14T10:35:44.020" v="2996" actId="478"/>
          <ac:picMkLst>
            <pc:docMk/>
            <pc:sldMk cId="2275408172" sldId="985"/>
            <ac:picMk id="30" creationId="{B3206ADC-41A1-3959-DA8B-0E23B9CFDF35}"/>
          </ac:picMkLst>
        </pc:picChg>
        <pc:picChg chg="del">
          <ac:chgData name="Wojciech Chojnacki" userId="7fba726a-b0fb-4d88-b59c-bb634d89a4f0" providerId="ADAL" clId="{506FAE17-0E21-502D-BE9C-1CB4E43013BC}" dt="2026-05-14T10:35:44.020" v="2996" actId="478"/>
          <ac:picMkLst>
            <pc:docMk/>
            <pc:sldMk cId="2275408172" sldId="985"/>
            <ac:picMk id="31" creationId="{654B29C0-4D79-C088-698B-DF0FDCCE1406}"/>
          </ac:picMkLst>
        </pc:picChg>
        <pc:picChg chg="del">
          <ac:chgData name="Wojciech Chojnacki" userId="7fba726a-b0fb-4d88-b59c-bb634d89a4f0" providerId="ADAL" clId="{506FAE17-0E21-502D-BE9C-1CB4E43013BC}" dt="2026-05-14T10:35:44.020" v="2996" actId="478"/>
          <ac:picMkLst>
            <pc:docMk/>
            <pc:sldMk cId="2275408172" sldId="985"/>
            <ac:picMk id="1026" creationId="{202E16EA-A338-CFB4-A074-84A0B0677B1B}"/>
          </ac:picMkLst>
        </pc:picChg>
      </pc:sldChg>
      <pc:sldChg chg="add mod ord modAnim modShow">
        <pc:chgData name="Wojciech Chojnacki" userId="7fba726a-b0fb-4d88-b59c-bb634d89a4f0" providerId="ADAL" clId="{506FAE17-0E21-502D-BE9C-1CB4E43013BC}" dt="2026-05-14T10:36:14.092" v="3004"/>
        <pc:sldMkLst>
          <pc:docMk/>
          <pc:sldMk cId="3237510129" sldId="986"/>
        </pc:sldMkLst>
      </pc:sldChg>
      <pc:sldChg chg="addSp delSp modSp add mod setBg modAnim">
        <pc:chgData name="Wojciech Chojnacki" userId="7fba726a-b0fb-4d88-b59c-bb634d89a4f0" providerId="ADAL" clId="{506FAE17-0E21-502D-BE9C-1CB4E43013BC}" dt="2026-05-14T10:55:18.353" v="3263"/>
        <pc:sldMkLst>
          <pc:docMk/>
          <pc:sldMk cId="997092573" sldId="987"/>
        </pc:sldMkLst>
        <pc:spChg chg="add mod">
          <ac:chgData name="Wojciech Chojnacki" userId="7fba726a-b0fb-4d88-b59c-bb634d89a4f0" providerId="ADAL" clId="{506FAE17-0E21-502D-BE9C-1CB4E43013BC}" dt="2026-05-14T10:55:04.950" v="3260" actId="1076"/>
          <ac:spMkLst>
            <pc:docMk/>
            <pc:sldMk cId="997092573" sldId="987"/>
            <ac:spMk id="4" creationId="{7C5BB858-C864-46CD-1C8C-830EA40D6E67}"/>
          </ac:spMkLst>
        </pc:spChg>
        <pc:spChg chg="del">
          <ac:chgData name="Wojciech Chojnacki" userId="7fba726a-b0fb-4d88-b59c-bb634d89a4f0" providerId="ADAL" clId="{506FAE17-0E21-502D-BE9C-1CB4E43013BC}" dt="2026-05-14T10:54:00.172" v="3245" actId="478"/>
          <ac:spMkLst>
            <pc:docMk/>
            <pc:sldMk cId="997092573" sldId="987"/>
            <ac:spMk id="17" creationId="{4AAA779C-0A63-E67F-B545-A15FF0032579}"/>
          </ac:spMkLst>
        </pc:spChg>
        <pc:spChg chg="mod">
          <ac:chgData name="Wojciech Chojnacki" userId="7fba726a-b0fb-4d88-b59c-bb634d89a4f0" providerId="ADAL" clId="{506FAE17-0E21-502D-BE9C-1CB4E43013BC}" dt="2026-05-14T10:55:04.950" v="3260" actId="1076"/>
          <ac:spMkLst>
            <pc:docMk/>
            <pc:sldMk cId="997092573" sldId="987"/>
            <ac:spMk id="18" creationId="{9A8CB525-16E5-93FA-BF73-0DCDF7F5E535}"/>
          </ac:spMkLst>
        </pc:spChg>
        <pc:spChg chg="del">
          <ac:chgData name="Wojciech Chojnacki" userId="7fba726a-b0fb-4d88-b59c-bb634d89a4f0" providerId="ADAL" clId="{506FAE17-0E21-502D-BE9C-1CB4E43013BC}" dt="2026-05-14T10:54:28.054" v="3249" actId="478"/>
          <ac:spMkLst>
            <pc:docMk/>
            <pc:sldMk cId="997092573" sldId="987"/>
            <ac:spMk id="20" creationId="{E37EC2F0-4079-0795-FE36-291ED9BF49A1}"/>
          </ac:spMkLst>
        </pc:spChg>
        <pc:spChg chg="mod">
          <ac:chgData name="Wojciech Chojnacki" userId="7fba726a-b0fb-4d88-b59c-bb634d89a4f0" providerId="ADAL" clId="{506FAE17-0E21-502D-BE9C-1CB4E43013BC}" dt="2026-05-14T10:55:04.950" v="3260" actId="1076"/>
          <ac:spMkLst>
            <pc:docMk/>
            <pc:sldMk cId="997092573" sldId="987"/>
            <ac:spMk id="34" creationId="{73CE3184-05A2-162B-9DAB-2F1211FA8EA9}"/>
          </ac:spMkLst>
        </pc:spChg>
        <pc:picChg chg="add mod">
          <ac:chgData name="Wojciech Chojnacki" userId="7fba726a-b0fb-4d88-b59c-bb634d89a4f0" providerId="ADAL" clId="{506FAE17-0E21-502D-BE9C-1CB4E43013BC}" dt="2026-05-14T10:55:04.950" v="3260" actId="1076"/>
          <ac:picMkLst>
            <pc:docMk/>
            <pc:sldMk cId="997092573" sldId="987"/>
            <ac:picMk id="3" creationId="{3AC8FA44-9E22-A920-7F44-DEE7F4B2864A}"/>
          </ac:picMkLst>
        </pc:picChg>
        <pc:picChg chg="add mod">
          <ac:chgData name="Wojciech Chojnacki" userId="7fba726a-b0fb-4d88-b59c-bb634d89a4f0" providerId="ADAL" clId="{506FAE17-0E21-502D-BE9C-1CB4E43013BC}" dt="2026-05-14T10:55:06.746" v="3261" actId="1076"/>
          <ac:picMkLst>
            <pc:docMk/>
            <pc:sldMk cId="997092573" sldId="987"/>
            <ac:picMk id="5" creationId="{A97A4305-411E-D703-C8AD-611B81F029D9}"/>
          </ac:picMkLst>
        </pc:picChg>
        <pc:picChg chg="add mod">
          <ac:chgData name="Wojciech Chojnacki" userId="7fba726a-b0fb-4d88-b59c-bb634d89a4f0" providerId="ADAL" clId="{506FAE17-0E21-502D-BE9C-1CB4E43013BC}" dt="2026-05-14T10:55:08.836" v="3262" actId="1076"/>
          <ac:picMkLst>
            <pc:docMk/>
            <pc:sldMk cId="997092573" sldId="987"/>
            <ac:picMk id="6" creationId="{57D1B361-4F3D-39EF-7488-E929E075E413}"/>
          </ac:picMkLst>
        </pc:picChg>
        <pc:picChg chg="del">
          <ac:chgData name="Wojciech Chojnacki" userId="7fba726a-b0fb-4d88-b59c-bb634d89a4f0" providerId="ADAL" clId="{506FAE17-0E21-502D-BE9C-1CB4E43013BC}" dt="2026-05-14T10:54:00.172" v="3245" actId="478"/>
          <ac:picMkLst>
            <pc:docMk/>
            <pc:sldMk cId="997092573" sldId="987"/>
            <ac:picMk id="15" creationId="{77F00050-A8EA-3233-FD02-13F7F338655E}"/>
          </ac:picMkLst>
        </pc:picChg>
        <pc:picChg chg="mod">
          <ac:chgData name="Wojciech Chojnacki" userId="7fba726a-b0fb-4d88-b59c-bb634d89a4f0" providerId="ADAL" clId="{506FAE17-0E21-502D-BE9C-1CB4E43013BC}" dt="2026-05-14T10:55:04.950" v="3260" actId="1076"/>
          <ac:picMkLst>
            <pc:docMk/>
            <pc:sldMk cId="997092573" sldId="987"/>
            <ac:picMk id="1026" creationId="{9DB93E54-94ED-3AF7-FE95-6B7F99FCE316}"/>
          </ac:picMkLst>
        </pc:picChg>
        <pc:picChg chg="del">
          <ac:chgData name="Wojciech Chojnacki" userId="7fba726a-b0fb-4d88-b59c-bb634d89a4f0" providerId="ADAL" clId="{506FAE17-0E21-502D-BE9C-1CB4E43013BC}" dt="2026-05-14T10:54:28.054" v="3249" actId="478"/>
          <ac:picMkLst>
            <pc:docMk/>
            <pc:sldMk cId="997092573" sldId="987"/>
            <ac:picMk id="1028" creationId="{41DB4E0A-2DFF-BEB2-E1AF-80488FAFA768}"/>
          </ac:picMkLst>
        </pc:picChg>
        <pc:picChg chg="mod">
          <ac:chgData name="Wojciech Chojnacki" userId="7fba726a-b0fb-4d88-b59c-bb634d89a4f0" providerId="ADAL" clId="{506FAE17-0E21-502D-BE9C-1CB4E43013BC}" dt="2026-05-14T10:55:04.950" v="3260" actId="1076"/>
          <ac:picMkLst>
            <pc:docMk/>
            <pc:sldMk cId="997092573" sldId="987"/>
            <ac:picMk id="1030" creationId="{0D9D2EA2-3744-9F63-208D-A6D7260E5EE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0EB1932F-B9B8-80C4-0DFB-313716CDA4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DD4D5FE-AD26-F6E9-AEB2-9052CA288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CA65AAA-BAEE-3F67-EE8D-4830D56C6F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337CE-4237-BB49-AAC9-B5D752DA8164}" type="slidenum">
              <a:r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4793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7C9553A2-F393-7691-A685-49EE012C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cdb71e3fa1_0_108:notes">
            <a:extLst>
              <a:ext uri="{FF2B5EF4-FFF2-40B4-BE49-F238E27FC236}">
                <a16:creationId xmlns:a16="http://schemas.microsoft.com/office/drawing/2014/main" id="{A4BFFF96-DCDC-BAF7-1D93-B4566BF42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cdb71e3fa1_0_108:notes">
            <a:extLst>
              <a:ext uri="{FF2B5EF4-FFF2-40B4-BE49-F238E27FC236}">
                <a16:creationId xmlns:a16="http://schemas.microsoft.com/office/drawing/2014/main" id="{91B05D72-3352-9E49-52A1-C07BA87D4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l-PL"/>
              <a:t>Nasz poziom 1 będzie miał kilka takich celów. Holistyczne spojrzenie na UX, obecny kierunek gdzie podąża biznes. Przedstawimy </a:t>
            </a:r>
            <a:r>
              <a:rPr lang="pl-PL" err="1"/>
              <a:t>narzędziownik</a:t>
            </a:r>
            <a:r>
              <a:rPr lang="pl-PL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Basic, ale otwiera oczy – taki mamy feedback z tego </a:t>
            </a:r>
            <a:r>
              <a:rPr lang="pl-PL" err="1"/>
              <a:t>levelu</a:t>
            </a:r>
            <a:r>
              <a:rPr lang="pl-PL"/>
              <a:t> od uczestników. Przenieś do przodu doświadczenia, które daje Twoje organizacja. Marketing powinien mieć wiodącą rolę, tu nie chodzi o to, że technologia wszystko załatwi.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894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97AE-44AB-1CCC-3E22-EB12F46A1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D01FA5A-CCC8-C8FB-F294-06CB80AC2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688B7E5-250F-688D-2B83-E08A42062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0450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0873-BECF-0A88-F1F1-68829C45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A70BD91-7752-96D3-38A3-11D492EFA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99CAAB7-1CD2-FE7E-B376-7FB41CAAB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5809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B57E-047A-4B9E-B42B-3F224894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EE56E22-BA9C-4D02-F801-B03F73699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8AEC5D0-0157-7C17-48C1-E0AF23D3D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587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D27E80E6-A1F3-9B06-7454-6964694B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26BF02B7-33F7-2053-5C4A-571FC60FF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9FDA8CB0-24AA-D601-0EA2-5DA586529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dirty="0"/>
              <a:t>Zawsze to będzie użytkownik. System – wszystkie pkt styku, przez które możemy dostarczyć wartość użytkownikowi (wrażenia, estetyka też).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l-P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dirty="0"/>
              <a:t>Kontekst może zmienić emocje, czasami o 180 stopni. Sprowadzę to do przykładu – bardzo przerysowanego. Uczestnicy dzięki temu to pamiętają. Przepraszam, jeśli to zbyt mocne.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l-P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dirty="0"/>
              <a:t>Doda – produkt szara taśma montażowa. Inny: klapki/japonki na basenie, w górach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l-P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dirty="0"/>
              <a:t>Most poniatowskiego, zderzak odkleja się,  ludzie robią zdjęcia, paparazzi podchodzimy z szarą taśmą montażową. „Stary co to mi dajesz?” zdenerwowana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dirty="0" err="1"/>
              <a:t>Listopadowwy</a:t>
            </a:r>
            <a:r>
              <a:rPr lang="pl-PL" dirty="0"/>
              <a:t> wieczór, las, doda jedzie tym samym samochodem, ta sama usterka, ktoś jedzie i daje jej tę taśmę.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l-P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[Q05 exam]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Context is very relevant: Is the same reading a book at home or while commuting to work in subway?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776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9AD14-96ED-997B-2E6E-FE7DF616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E009664-CC47-2DA8-4FE4-563BB6BF9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8179E45-2E38-1181-E7B9-4565FBA4C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139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9F24-8076-8428-637E-1B2E7091C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A1BC218-7F50-A77E-85D6-9D160D348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6FA08EF-4880-AC39-541A-A4D559440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3030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85258-0A20-CD67-FD33-EDCD34EC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C4567D3-DB4C-7350-ED79-77F59459E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4FC0154-AD5C-B4E1-9C7E-2213D2930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6459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E0F60-C953-A964-D022-6C4215AB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C3D7699-263A-D51B-4EE5-93A101065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0AB3D7E-4DCA-C4AC-9856-33970B300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5088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D467-3511-29FA-51CC-811E7E52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4FAB204-E238-FD18-1A80-C0BA38B7D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8BE4DA2-9EED-80CC-5C07-498DE1B7E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0833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C4E3D4B0-DD4B-7B17-9E9B-225E208E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2E1E747A-F4E3-E66D-7F1F-AE405CA85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A039E870-9EAB-1BAC-7675-04B056A9E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ma charakter </a:t>
            </a:r>
            <a:r>
              <a:rPr lang="pl-PL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eksploracyjny, </a:t>
            </a: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oznacza: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naszym celem jest zrozumienie człowieka.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co dla nas jest logiczne, dla użytkownika może być barierą nie do przejścia.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odwrotnie: coś, co my uważamy za detal, dla użytkownika może być kluczowym elementem komfortu lub zaufania.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to etap, który „resetuje” naszą perspektywę i pozwala nam zobaczyć świat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oczami użytkownika</a:t>
            </a:r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105861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2">
          <a:extLst>
            <a:ext uri="{FF2B5EF4-FFF2-40B4-BE49-F238E27FC236}">
              <a16:creationId xmlns:a16="http://schemas.microsoft.com/office/drawing/2014/main" id="{F5BA9DCC-D70D-0290-A8EA-ABF501F1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d35edfac7e_0_2662:notes">
            <a:extLst>
              <a:ext uri="{FF2B5EF4-FFF2-40B4-BE49-F238E27FC236}">
                <a16:creationId xmlns:a16="http://schemas.microsoft.com/office/drawing/2014/main" id="{FA0EDC18-F81E-14FA-B6FE-D46C66DDC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d35edfac7e_0_2662:notes">
            <a:extLst>
              <a:ext uri="{FF2B5EF4-FFF2-40B4-BE49-F238E27FC236}">
                <a16:creationId xmlns:a16="http://schemas.microsoft.com/office/drawing/2014/main" id="{BC59D824-F667-BE00-D01D-B44CB9DE4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194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B57766F6-8729-6835-F4B1-A535DA38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9F2BC2F7-9F5D-9CD6-0B39-A74734D2C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A609075A-CFAF-A24E-D276-1113782D3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ma charakter </a:t>
            </a:r>
            <a:r>
              <a:rPr lang="pl-PL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eksploracyjny, </a:t>
            </a: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oznacza: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naszym celem jest zrozumienie człowieka.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co dla nas jest logiczne, dla użytkownika może być barierą nie do przejścia.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odwrotnie: coś, co my uważamy za detal, dla użytkownika może być kluczowym elementem komfortu lub zaufania.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to etap, który „resetuje” naszą perspektywę i pozwala nam zobaczyć świat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oczami użytkownika</a:t>
            </a:r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864290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DF28-F617-19DB-8501-D3389F64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1EEAA12-0BDF-C488-974D-2893295F6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4E18108-D2BE-17BB-CF3A-8AADB7835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1941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3151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2">
          <a:extLst>
            <a:ext uri="{FF2B5EF4-FFF2-40B4-BE49-F238E27FC236}">
              <a16:creationId xmlns:a16="http://schemas.microsoft.com/office/drawing/2014/main" id="{543EF54E-C7BF-870E-6E5C-1B085EE1C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d35edfac7e_0_2662:notes">
            <a:extLst>
              <a:ext uri="{FF2B5EF4-FFF2-40B4-BE49-F238E27FC236}">
                <a16:creationId xmlns:a16="http://schemas.microsoft.com/office/drawing/2014/main" id="{4BA248A0-C65E-96A2-1878-A136642B1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d35edfac7e_0_2662:notes">
            <a:extLst>
              <a:ext uri="{FF2B5EF4-FFF2-40B4-BE49-F238E27FC236}">
                <a16:creationId xmlns:a16="http://schemas.microsoft.com/office/drawing/2014/main" id="{AD687272-D532-0B0E-CA94-8FC055684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050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2">
          <a:extLst>
            <a:ext uri="{FF2B5EF4-FFF2-40B4-BE49-F238E27FC236}">
              <a16:creationId xmlns:a16="http://schemas.microsoft.com/office/drawing/2014/main" id="{773360E4-3363-D28C-BAA6-F4FA896A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d35edfac7e_0_2662:notes">
            <a:extLst>
              <a:ext uri="{FF2B5EF4-FFF2-40B4-BE49-F238E27FC236}">
                <a16:creationId xmlns:a16="http://schemas.microsoft.com/office/drawing/2014/main" id="{6DEA04F8-7CA7-0034-B403-B05C8FA4C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d35edfac7e_0_2662:notes">
            <a:extLst>
              <a:ext uri="{FF2B5EF4-FFF2-40B4-BE49-F238E27FC236}">
                <a16:creationId xmlns:a16="http://schemas.microsoft.com/office/drawing/2014/main" id="{3B906E3C-614E-7691-1138-C0981C454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044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41E1-DD39-503E-6054-04DDE3129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80569B3-0D92-F8A1-6352-8EBC69BDF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9BBD4FA-D2F1-5FA7-6C15-29CB0AB51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1937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31511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4108-4036-C577-3248-D2E8D858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5DE1667-7D3A-C33D-5A62-7FC75FD01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5ADA6B5-44CD-A0DC-4F7F-8C20261DA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1505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7F40-128A-F166-B111-EC6C71AC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5679EBE-4554-C2EB-23F2-6D9131403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1F0B868-D98C-7C41-A468-D0AAD6A02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0029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A50C-46CC-0A87-E8DB-8DC4E8F2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EA42FE3-C798-E74E-5CE5-D924B3EA5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C0705BB-F70A-F4F2-6B7D-BAEBB9BFC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42355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5F461C35-B491-7D2C-EC0E-35F52D53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0E839BCF-B31A-326F-0BE8-9DCDE64D6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82215B91-16E3-09AE-AD67-B877170918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ma charakter </a:t>
            </a:r>
            <a:r>
              <a:rPr lang="pl-PL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eksploracyjny, </a:t>
            </a: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oznacza: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naszym celem jest zrozumienie człowieka.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co dla nas jest logiczne, dla użytkownika może być barierą nie do przejścia.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odwrotnie: coś, co my uważamy za detal, dla użytkownika może być kluczowym elementem komfortu lub zaufania.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to etap, który „resetuje” naszą perspektywę i pozwala nam zobaczyć świat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oczami użytkownika</a:t>
            </a:r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0827515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2">
          <a:extLst>
            <a:ext uri="{FF2B5EF4-FFF2-40B4-BE49-F238E27FC236}">
              <a16:creationId xmlns:a16="http://schemas.microsoft.com/office/drawing/2014/main" id="{773360E4-3363-D28C-BAA6-F4FA896A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d35edfac7e_0_2662:notes">
            <a:extLst>
              <a:ext uri="{FF2B5EF4-FFF2-40B4-BE49-F238E27FC236}">
                <a16:creationId xmlns:a16="http://schemas.microsoft.com/office/drawing/2014/main" id="{6DEA04F8-7CA7-0034-B403-B05C8FA4C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d35edfac7e_0_2662:notes">
            <a:extLst>
              <a:ext uri="{FF2B5EF4-FFF2-40B4-BE49-F238E27FC236}">
                <a16:creationId xmlns:a16="http://schemas.microsoft.com/office/drawing/2014/main" id="{3B906E3C-614E-7691-1138-C0981C454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044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7022-E2BA-EBC5-9B86-6C68494E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2A240FD-575D-4B7F-7244-E32637450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5CEE5C1-EE91-9099-9540-322B98856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43027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56CE7-1862-BEA7-9573-43A8D47C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8D7808F-21E4-A690-1C92-1DBF7BBFB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95EBDB1-6456-3517-AF58-8A2F3EBE6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0158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5935-52A4-54B2-1067-4973E4BF2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CAE2180-BF31-2CAF-17DC-296C9DC0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BF40B36-12AA-10DB-F60C-90C9BF6DE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39993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B48E-AE74-79C6-EA3B-AEDB6FA4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4C21867-4563-D8CC-54D1-2A5549762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3E102E3-8B38-2EBF-2936-2E21CD87C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24923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A92C3-E892-D287-9F77-4C5AEB34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1C57225-E190-3DB1-FA99-FCEC73C95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0F78E11-B8F5-6955-1490-787F918BD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01956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https://lovable.dev/projects/799202d8-99c4-4eed-8d9f-598bc7bd6b09?remixed=true&amp;view=main</a:t>
            </a:r>
          </a:p>
        </p:txBody>
      </p:sp>
    </p:spTree>
    <p:extLst>
      <p:ext uri="{BB962C8B-B14F-4D97-AF65-F5344CB8AC3E}">
        <p14:creationId xmlns:p14="http://schemas.microsoft.com/office/powerpoint/2010/main" val="4361533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52301CB9-6EA6-062E-6661-C58B9FFD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00A1966D-6E92-A5D5-99E0-7516D7FEF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C03B56EA-5C6E-0E80-D1EC-CD511CC3F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ma charakter </a:t>
            </a:r>
            <a:r>
              <a:rPr lang="pl-PL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eksploracyjny, </a:t>
            </a: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oznacza: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naszym celem jest zrozumienie człowieka.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co dla nas jest logiczne, dla użytkownika może być barierą nie do przejścia.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odwrotnie: coś, co my uważamy za detal, dla użytkownika może być kluczowym elementem komfortu lub zaufania.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to etap, który „resetuje” naszą perspektywę i pozwala nam zobaczyć świat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oczami użytkownika</a:t>
            </a:r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690729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25635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2">
          <a:extLst>
            <a:ext uri="{FF2B5EF4-FFF2-40B4-BE49-F238E27FC236}">
              <a16:creationId xmlns:a16="http://schemas.microsoft.com/office/drawing/2014/main" id="{388CA881-4818-1EA9-9FDB-40B8B5D8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d35edfac7e_0_2662:notes">
            <a:extLst>
              <a:ext uri="{FF2B5EF4-FFF2-40B4-BE49-F238E27FC236}">
                <a16:creationId xmlns:a16="http://schemas.microsoft.com/office/drawing/2014/main" id="{63962152-4E2E-3701-068C-5D20D9C7C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d35edfac7e_0_2662:notes">
            <a:extLst>
              <a:ext uri="{FF2B5EF4-FFF2-40B4-BE49-F238E27FC236}">
                <a16:creationId xmlns:a16="http://schemas.microsoft.com/office/drawing/2014/main" id="{4E9B65BA-7F2B-ADBE-4B5E-C535CC69B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b="1"/>
              <a:t>Fastplanner</a:t>
            </a:r>
            <a:r>
              <a:rPr lang="pl-PL"/>
              <a:t> to istniejąca aplikacja do planowania i zarządzania zadaniami osobistymi, dostępna w pakiecie u jednego z największych operatorów telefonii komórkowej w Polsce.</a:t>
            </a:r>
            <a:br>
              <a:rPr lang="pl-PL"/>
            </a:br>
            <a:r>
              <a:rPr lang="pl-PL"/>
              <a:t>Dotąd jej komunikacja opierała się na haśle </a:t>
            </a:r>
            <a:r>
              <a:rPr lang="pl-PL" b="1"/>
              <a:t>„Zrób więcej w krótszym czasie”</a:t>
            </a:r>
            <a:r>
              <a:rPr lang="pl-PL"/>
              <a:t> – co dobrze współgrało z ofertą technologicznego partnera, ale nie z najnowszym kieru</a:t>
            </a:r>
          </a:p>
          <a:p>
            <a:r>
              <a:rPr lang="pl-PL" b="1"/>
              <a:t>2. Impuls do zmiany</a:t>
            </a:r>
          </a:p>
          <a:p>
            <a:r>
              <a:rPr lang="pl-PL"/>
              <a:t>Zespół marketingowy operatora zainicjował wewnętrzny projekt poszukiwania nowego wyróżnika.</a:t>
            </a:r>
            <a:br>
              <a:rPr lang="pl-PL"/>
            </a:br>
            <a:r>
              <a:rPr lang="pl-PL"/>
              <a:t>Nowe pozycjonowanie marki telekomu opiera się na idei </a:t>
            </a:r>
            <a:r>
              <a:rPr lang="pl-PL" b="1"/>
              <a:t>„Technologii, która daje spokój”</a:t>
            </a:r>
            <a:r>
              <a:rPr lang="pl-PL"/>
              <a:t> – mniej presji, więcej przestrzeni i kontroli nad własnym rytmem.</a:t>
            </a:r>
            <a:br>
              <a:rPr lang="pl-PL"/>
            </a:br>
            <a:r>
              <a:rPr lang="pl-PL"/>
              <a:t>W tym kontekście zaproponowano:</a:t>
            </a:r>
          </a:p>
          <a:p>
            <a:r>
              <a:rPr lang="pl-PL"/>
              <a:t>„Zróbmy z Fastplannera produkt, który pomaga zwolnić, a nie przyspieszyć. Slowplanner – aplikacja, która wspiera spokój i uważność w codziennym życiu.”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nkiem marki.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43001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2">
          <a:extLst>
            <a:ext uri="{FF2B5EF4-FFF2-40B4-BE49-F238E27FC236}">
              <a16:creationId xmlns:a16="http://schemas.microsoft.com/office/drawing/2014/main" id="{4E0E8F1B-4136-F6DC-1700-EA5F0E5E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d35edfac7e_0_2662:notes">
            <a:extLst>
              <a:ext uri="{FF2B5EF4-FFF2-40B4-BE49-F238E27FC236}">
                <a16:creationId xmlns:a16="http://schemas.microsoft.com/office/drawing/2014/main" id="{D4AE7A81-489C-EFB9-A4EC-5AB8E51EB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d35edfac7e_0_2662:notes">
            <a:extLst>
              <a:ext uri="{FF2B5EF4-FFF2-40B4-BE49-F238E27FC236}">
                <a16:creationId xmlns:a16="http://schemas.microsoft.com/office/drawing/2014/main" id="{255ED113-DF67-0AA9-C7CA-EC47853D1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b="1"/>
              <a:t>Fastplanner</a:t>
            </a:r>
            <a:r>
              <a:rPr lang="pl-PL"/>
              <a:t> to istniejąca aplikacja do planowania i zarządzania zadaniami osobistymi, dostępna w pakiecie u jednego z największych operatorów telefonii komórkowej w Polsce.</a:t>
            </a:r>
            <a:br>
              <a:rPr lang="pl-PL"/>
            </a:br>
            <a:r>
              <a:rPr lang="pl-PL"/>
              <a:t>Dotąd jej komunikacja opierała się na haśle </a:t>
            </a:r>
            <a:r>
              <a:rPr lang="pl-PL" b="1"/>
              <a:t>„Zrób więcej w krótszym czasie”</a:t>
            </a:r>
            <a:r>
              <a:rPr lang="pl-PL"/>
              <a:t> – co dobrze współgrało z ofertą technologicznego partnera, ale nie z najnowszym kieru</a:t>
            </a:r>
          </a:p>
          <a:p>
            <a:r>
              <a:rPr lang="pl-PL" b="1"/>
              <a:t>2. Impuls do zmiany</a:t>
            </a:r>
          </a:p>
          <a:p>
            <a:r>
              <a:rPr lang="pl-PL"/>
              <a:t>Zespół marketingowy operatora zainicjował wewnętrzny projekt poszukiwania nowego wyróżnika.</a:t>
            </a:r>
            <a:br>
              <a:rPr lang="pl-PL"/>
            </a:br>
            <a:r>
              <a:rPr lang="pl-PL"/>
              <a:t>Nowe pozycjonowanie marki telekomu opiera się na idei </a:t>
            </a:r>
            <a:r>
              <a:rPr lang="pl-PL" b="1"/>
              <a:t>„Technologii, która daje spokój”</a:t>
            </a:r>
            <a:r>
              <a:rPr lang="pl-PL"/>
              <a:t> – mniej presji, więcej przestrzeni i kontroli nad własnym rytmem.</a:t>
            </a:r>
            <a:br>
              <a:rPr lang="pl-PL"/>
            </a:br>
            <a:r>
              <a:rPr lang="pl-PL"/>
              <a:t>W tym kontekście zaproponowano:</a:t>
            </a:r>
          </a:p>
          <a:p>
            <a:r>
              <a:rPr lang="pl-PL"/>
              <a:t>„Zróbmy z Fastplannera produkt, który pomaga zwolnić, a nie przyspieszyć. Slowplanner – aplikacja, która wspiera spokój i uważność w codziennym życiu.”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nkiem marki.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03097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B812D00D-2A15-94CE-7E1B-B40F17F0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F283B65A-FA2F-8E70-6DBC-69368D2DB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8E870C0D-8405-CC60-4F25-00004D9DC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ma charakter </a:t>
            </a:r>
            <a:r>
              <a:rPr lang="pl-PL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eksploracyjny, </a:t>
            </a: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oznacza: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naszym celem jest zrozumienie człowieka.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co dla nas jest logiczne, dla użytkownika może być barierą nie do przejścia.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odwrotnie: coś, co my uważamy za detal, dla użytkownika może być kluczowym elementem komfortu lub zaufania.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to etap, który „resetuje” naszą perspektywę i pozwala nam zobaczyć świat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oczami użytkownika</a:t>
            </a:r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7300647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648EA884-1C14-A8CC-050C-DE83C26B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FFECEB2D-D2D0-C1A3-208F-72759AC08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A49D971D-97DF-5FA5-2E5E-D933A29FA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ma charakter </a:t>
            </a:r>
            <a:r>
              <a:rPr lang="pl-PL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eksploracyjny, </a:t>
            </a: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oznacza: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naszym celem jest zrozumienie człowieka.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co dla nas jest logiczne, dla użytkownika może być barierą nie do przejścia.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odwrotnie: coś, co my uważamy za detal, dla użytkownika może być kluczowym elementem komfortu lub zaufania.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to etap, który „resetuje” naszą perspektywę i pozwala nam zobaczyć świat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oczami użytkownika</a:t>
            </a:r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6649951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1FA4F68F-F097-9B01-FECA-F4E07262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d6f7e47a0f_0_144:notes">
            <a:extLst>
              <a:ext uri="{FF2B5EF4-FFF2-40B4-BE49-F238E27FC236}">
                <a16:creationId xmlns:a16="http://schemas.microsoft.com/office/drawing/2014/main" id="{272535D1-44C8-96DF-C1FC-B46AE05E9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d6f7e47a0f_0_144:notes">
            <a:extLst>
              <a:ext uri="{FF2B5EF4-FFF2-40B4-BE49-F238E27FC236}">
                <a16:creationId xmlns:a16="http://schemas.microsoft.com/office/drawing/2014/main" id="{4227703C-3469-C194-D4D0-A921E78AF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ma charakter </a:t>
            </a:r>
            <a:r>
              <a:rPr lang="pl-PL" sz="1200" b="0" i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eksploracyjny, </a:t>
            </a: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oznacza: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naszym celem jest zrozumienie człowieka.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co dla nas jest logiczne, dla użytkownika może być barierą nie do przejścia.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odwrotnie: coś, co my uważamy za detal, dla użytkownika może być kluczowym elementem komfortu lub zaufania.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Discovery to etap, który „resetuje” naszą perspektywę i pozwala nam zobaczyć świat </a:t>
            </a:r>
            <a:r>
              <a:rPr lang="pl-PL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oczami użytkownika</a:t>
            </a:r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pl-P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2211443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20530-C0DF-5900-942B-A2DF1520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625EB1D-1AC8-3DD4-E17E-5712DACD0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092E795-B838-838E-7F1D-EA41B8597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05466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1C96A-1889-C6AE-450E-E12246D3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BF1142D-19C2-869B-FB2D-F7918A797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9C3FD5F-7268-4D57-59A8-BFCFFB6C7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66898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2616-1D44-1630-E0D0-6F15BC55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70CBDAA-383D-807D-D127-1F58F5FA2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EAEB432-0645-3C54-F1DD-CFDB802F1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5991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_AND_TWO_COLUMNS_2_3_1_3_2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1080000" y="4166100"/>
            <a:ext cx="48600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4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1080100" y="1676100"/>
            <a:ext cx="5013600" cy="16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1080100" y="3300550"/>
            <a:ext cx="4860000" cy="7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5881600" y="226088"/>
            <a:ext cx="7275900" cy="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660000" y="811725"/>
            <a:ext cx="6780000" cy="611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TITLE_AND_TWO_COLUMNS_2_3_1_3_2_1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811725"/>
            <a:ext cx="7380000" cy="611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1080000" y="4166100"/>
            <a:ext cx="48600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Poppins"/>
              <a:buChar char="●"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080100" y="1676100"/>
            <a:ext cx="4860000" cy="16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2"/>
          </p:nvPr>
        </p:nvSpPr>
        <p:spPr>
          <a:xfrm>
            <a:off x="1080100" y="3300550"/>
            <a:ext cx="4860000" cy="7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3"/>
          </p:nvPr>
        </p:nvSpPr>
        <p:spPr>
          <a:xfrm>
            <a:off x="5881600" y="226088"/>
            <a:ext cx="7275900" cy="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380000" y="811725"/>
            <a:ext cx="6059700" cy="611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TWO_COLUMNS_2_3_1_3_2_1_1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1 column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1675" y="-95663"/>
            <a:ext cx="8768473" cy="77510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5"/>
          <p:cNvCxnSpPr/>
          <p:nvPr/>
        </p:nvCxnSpPr>
        <p:spPr>
          <a:xfrm>
            <a:off x="548304" y="1486325"/>
            <a:ext cx="6417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24700" y="1819606"/>
            <a:ext cx="8319000" cy="50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Font typeface="Poppins Light"/>
              <a:buChar char="●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424700" y="695650"/>
            <a:ext cx="12175800" cy="6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2"/>
          </p:nvPr>
        </p:nvSpPr>
        <p:spPr>
          <a:xfrm>
            <a:off x="5881600" y="226088"/>
            <a:ext cx="7275900" cy="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ttom Bar Title and image 02">
  <p:cSld name="TITLE_AND_BODY_3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-50" y="200"/>
            <a:ext cx="134397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424700" y="6555625"/>
            <a:ext cx="12175800" cy="6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 idx="2"/>
          </p:nvPr>
        </p:nvSpPr>
        <p:spPr>
          <a:xfrm>
            <a:off x="450076" y="6347425"/>
            <a:ext cx="9241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i="0" u="none" strike="noStrike" cap="none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65250" y="7096125"/>
            <a:ext cx="968983" cy="20883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19B33A5-AAF3-8C7E-B3F7-AA8EDBDD0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512" y="208575"/>
            <a:ext cx="453992" cy="411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ttom Bar Title and 2 columns">
  <p:cSld name="TITLE_AND_BODY_3_2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6711850" y="0"/>
            <a:ext cx="6728400" cy="59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-50" y="5986675"/>
            <a:ext cx="13439700" cy="157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24700" y="6555625"/>
            <a:ext cx="12175800" cy="6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 idx="3"/>
          </p:nvPr>
        </p:nvSpPr>
        <p:spPr>
          <a:xfrm>
            <a:off x="450076" y="6347425"/>
            <a:ext cx="9241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59" name="Google Shape;5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65250" y="7096125"/>
            <a:ext cx="968983" cy="20883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>
            <a:spLocks noGrp="1"/>
          </p:cNvSpPr>
          <p:nvPr>
            <p:ph type="sldNum" idx="4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">
  <p:cSld name="TITLE_AND_TWO_COLUMNS_2_3_1_3_2_2">
    <p:bg>
      <p:bgPr>
        <a:solidFill>
          <a:schemeClr val="dk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-125" y="2775"/>
            <a:ext cx="13439700" cy="80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431125" y="-1262600"/>
            <a:ext cx="9371126" cy="81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6660000" y="4476600"/>
            <a:ext cx="48600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oppins"/>
              <a:buChar char="●"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455650" y="988388"/>
            <a:ext cx="4860000" cy="33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2"/>
          </p:nvPr>
        </p:nvSpPr>
        <p:spPr>
          <a:xfrm>
            <a:off x="6586600" y="3539975"/>
            <a:ext cx="4860000" cy="7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 and images 01">
  <p:cSld name="TITLE_AND_TWO_COLUMNS_2_3_1_3_2_2_1_2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-125" y="2775"/>
            <a:ext cx="6660000" cy="392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1080100" y="810000"/>
            <a:ext cx="4860000" cy="16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1"/>
          </p:nvPr>
        </p:nvSpPr>
        <p:spPr>
          <a:xfrm>
            <a:off x="1080100" y="2476200"/>
            <a:ext cx="48600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661550" y="7081900"/>
            <a:ext cx="57144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reproducción de todo o parte de este documento está estrictamente prohibida sin la autorización previa por escrito de UXalliance -2020</a:t>
            </a:r>
            <a:endParaRPr sz="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6659875" y="2775"/>
            <a:ext cx="6780000" cy="392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-125" y="3930675"/>
            <a:ext cx="6660000" cy="392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659875" y="3930675"/>
            <a:ext cx="6780000" cy="392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 idx="2"/>
          </p:nvPr>
        </p:nvSpPr>
        <p:spPr>
          <a:xfrm>
            <a:off x="7411638" y="4542000"/>
            <a:ext cx="4860000" cy="16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Lora Regular"/>
                <a:ea typeface="Lora Regular"/>
                <a:cs typeface="Lora Regular"/>
                <a:sym typeface="Lora Regular"/>
              </a:defRPr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subTitle" idx="3"/>
          </p:nvPr>
        </p:nvSpPr>
        <p:spPr>
          <a:xfrm>
            <a:off x="7411638" y="6208200"/>
            <a:ext cx="48600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 and images 02 1">
  <p:cSld name="TITLE_AND_TWO_COLUMNS_2_3_1_3_2_2_1_2_1_1"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-125" y="2775"/>
            <a:ext cx="6660000" cy="692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1080100" y="2257800"/>
            <a:ext cx="4860000" cy="16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ora Regular"/>
                <a:ea typeface="Lora Regular"/>
                <a:cs typeface="Lora Regular"/>
                <a:sym typeface="Lora Regular"/>
              </a:defRPr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1"/>
          </p:nvPr>
        </p:nvSpPr>
        <p:spPr>
          <a:xfrm>
            <a:off x="1080100" y="3924000"/>
            <a:ext cx="48600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6659875" y="3930675"/>
            <a:ext cx="6780000" cy="299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LVL01">
  <p:cSld name="TITLE_AND_TWO_COLUMNS_2_3_1_3_2_2_1_1"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-125" y="2775"/>
            <a:ext cx="13439700" cy="80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2893" y="-107555"/>
            <a:ext cx="9371126" cy="81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1080100" y="3120675"/>
            <a:ext cx="6300000" cy="21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"/>
          </p:nvPr>
        </p:nvSpPr>
        <p:spPr>
          <a:xfrm>
            <a:off x="1080100" y="5292975"/>
            <a:ext cx="6300000" cy="789300"/>
          </a:xfrm>
          <a:prstGeom prst="rect">
            <a:avLst/>
          </a:prstGeom>
        </p:spPr>
        <p:txBody>
          <a:bodyPr spcFirstLastPara="1" wrap="square" lIns="9000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 idx="2"/>
          </p:nvPr>
        </p:nvSpPr>
        <p:spPr>
          <a:xfrm>
            <a:off x="1099764" y="2822475"/>
            <a:ext cx="6300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pic>
        <p:nvPicPr>
          <p:cNvPr id="2" name="Graphic 12">
            <a:extLst>
              <a:ext uri="{FF2B5EF4-FFF2-40B4-BE49-F238E27FC236}">
                <a16:creationId xmlns:a16="http://schemas.microsoft.com/office/drawing/2014/main" id="{9DB2BCDB-28AE-CA53-FC10-D8885C5806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8725" y="1490065"/>
            <a:ext cx="438150" cy="828675"/>
          </a:xfrm>
          <a:prstGeom prst="rect">
            <a:avLst/>
          </a:prstGeom>
        </p:spPr>
      </p:pic>
      <p:pic>
        <p:nvPicPr>
          <p:cNvPr id="3" name="Graphic 13">
            <a:extLst>
              <a:ext uri="{FF2B5EF4-FFF2-40B4-BE49-F238E27FC236}">
                <a16:creationId xmlns:a16="http://schemas.microsoft.com/office/drawing/2014/main" id="{4200570D-EDFE-1AE6-C41D-668808A6EE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492" y="1600462"/>
            <a:ext cx="228600" cy="609600"/>
          </a:xfrm>
          <a:prstGeom prst="rect">
            <a:avLst/>
          </a:prstGeom>
        </p:spPr>
      </p:pic>
      <p:pic>
        <p:nvPicPr>
          <p:cNvPr id="4" name="Graphic 14">
            <a:extLst>
              <a:ext uri="{FF2B5EF4-FFF2-40B4-BE49-F238E27FC236}">
                <a16:creationId xmlns:a16="http://schemas.microsoft.com/office/drawing/2014/main" id="{796A3E18-1D4C-874B-DD1C-D79401C4E1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5201" y="1491447"/>
            <a:ext cx="438150" cy="828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LVL02">
  <p:cSld name="TITLE_AND_TWO_COLUMNS_2_3_1_3_2_2_1_1_2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-125" y="2775"/>
            <a:ext cx="13439700" cy="80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62725" y="-235375"/>
            <a:ext cx="9371126" cy="81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1080100" y="3120675"/>
            <a:ext cx="6300000" cy="21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1"/>
          </p:nvPr>
        </p:nvSpPr>
        <p:spPr>
          <a:xfrm>
            <a:off x="1080100" y="5292975"/>
            <a:ext cx="6300000" cy="7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 idx="2"/>
          </p:nvPr>
        </p:nvSpPr>
        <p:spPr>
          <a:xfrm>
            <a:off x="1080100" y="2822475"/>
            <a:ext cx="6300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287" y="1213250"/>
            <a:ext cx="1675357" cy="14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LVL03">
  <p:cSld name="TITLE_AND_TWO_COLUMNS_2_3_1_3_2_2_1_1_1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>
            <a:off x="-125" y="2775"/>
            <a:ext cx="13439700" cy="80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62725" y="-235375"/>
            <a:ext cx="9371126" cy="8131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1080100" y="3120675"/>
            <a:ext cx="6300000" cy="21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1"/>
          </p:nvPr>
        </p:nvSpPr>
        <p:spPr>
          <a:xfrm>
            <a:off x="1080100" y="5292975"/>
            <a:ext cx="6300000" cy="7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title" idx="2"/>
          </p:nvPr>
        </p:nvSpPr>
        <p:spPr>
          <a:xfrm>
            <a:off x="1080100" y="2822475"/>
            <a:ext cx="6300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Poppins Medium"/>
              <a:buNone/>
              <a:defRPr sz="1600" i="0" u="none" strike="noStrike" cap="none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Poppins Medium"/>
              <a:buNone/>
              <a:defRPr sz="10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099" y="1185100"/>
            <a:ext cx="1740710" cy="14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2 columns">
  <p:cSld name="TITLE_AND_BODY_4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2"/>
          <p:cNvCxnSpPr/>
          <p:nvPr/>
        </p:nvCxnSpPr>
        <p:spPr>
          <a:xfrm>
            <a:off x="548304" y="1486325"/>
            <a:ext cx="6417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1080000" y="1819600"/>
            <a:ext cx="5580000" cy="50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424700" y="695650"/>
            <a:ext cx="12175800" cy="6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 dirty="0"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2"/>
          </p:nvPr>
        </p:nvSpPr>
        <p:spPr>
          <a:xfrm>
            <a:off x="5881600" y="226088"/>
            <a:ext cx="7275900" cy="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body" idx="3"/>
          </p:nvPr>
        </p:nvSpPr>
        <p:spPr>
          <a:xfrm>
            <a:off x="7380000" y="1819600"/>
            <a:ext cx="5400000" cy="50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Poppins Light"/>
              <a:buChar char="●"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a-etapes 3">
  <p:cSld name="TITLE_AND_TWO_COLUMNS_2_3_1_3_1_1_1_1_1_1_1_2_1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67" name="Google Shape;167;p23"/>
          <p:cNvCxnSpPr/>
          <p:nvPr/>
        </p:nvCxnSpPr>
        <p:spPr>
          <a:xfrm>
            <a:off x="548304" y="1486325"/>
            <a:ext cx="6417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614300" y="3903800"/>
            <a:ext cx="4060800" cy="27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424700" y="695650"/>
            <a:ext cx="12175800" cy="6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title" idx="2"/>
          </p:nvPr>
        </p:nvSpPr>
        <p:spPr>
          <a:xfrm>
            <a:off x="615300" y="3136125"/>
            <a:ext cx="38712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3"/>
          </p:nvPr>
        </p:nvSpPr>
        <p:spPr>
          <a:xfrm>
            <a:off x="4782025" y="3913998"/>
            <a:ext cx="4060800" cy="26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title" idx="4"/>
          </p:nvPr>
        </p:nvSpPr>
        <p:spPr>
          <a:xfrm>
            <a:off x="4783000" y="3146706"/>
            <a:ext cx="38712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5"/>
          </p:nvPr>
        </p:nvSpPr>
        <p:spPr>
          <a:xfrm>
            <a:off x="8949750" y="3932700"/>
            <a:ext cx="4060800" cy="26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ora"/>
              <a:buChar char="●"/>
              <a:defRPr sz="1400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title" idx="6"/>
          </p:nvPr>
        </p:nvSpPr>
        <p:spPr>
          <a:xfrm>
            <a:off x="8950750" y="3166054"/>
            <a:ext cx="38712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ora"/>
              <a:buNone/>
              <a:defRPr sz="1600" i="0" u="none" strike="noStrike" cap="none">
                <a:solidFill>
                  <a:schemeClr val="accen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title" idx="7"/>
          </p:nvPr>
        </p:nvSpPr>
        <p:spPr>
          <a:xfrm>
            <a:off x="615300" y="2392125"/>
            <a:ext cx="3871200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title" idx="8"/>
          </p:nvPr>
        </p:nvSpPr>
        <p:spPr>
          <a:xfrm>
            <a:off x="4783000" y="2402342"/>
            <a:ext cx="3871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SemiBold"/>
              <a:buNone/>
              <a:defRPr sz="14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title" idx="9"/>
          </p:nvPr>
        </p:nvSpPr>
        <p:spPr>
          <a:xfrm>
            <a:off x="8950750" y="2421025"/>
            <a:ext cx="3871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 SemiBold"/>
              <a:buNone/>
              <a:defRPr sz="1800" i="0" u="none" strike="noStrike" cap="none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13"/>
          </p:nvPr>
        </p:nvSpPr>
        <p:spPr>
          <a:xfrm>
            <a:off x="5881600" y="226088"/>
            <a:ext cx="7275900" cy="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ttom Bar Title and image 01 1">
  <p:cSld name="TITLE_AND_BODY_3_4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sldNum" idx="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-50" y="5986675"/>
            <a:ext cx="13439700" cy="157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424700" y="6555625"/>
            <a:ext cx="1217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title" idx="3"/>
          </p:nvPr>
        </p:nvSpPr>
        <p:spPr>
          <a:xfrm>
            <a:off x="450076" y="6347425"/>
            <a:ext cx="9241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196" name="Google Shape;196;p25"/>
          <p:cNvSpPr/>
          <p:nvPr/>
        </p:nvSpPr>
        <p:spPr>
          <a:xfrm>
            <a:off x="12739075" y="0"/>
            <a:ext cx="714900" cy="78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65250" y="7096125"/>
            <a:ext cx="968983" cy="20883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>
            <a:spLocks noGrp="1"/>
          </p:cNvSpPr>
          <p:nvPr>
            <p:ph type="sldNum" idx="4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495225" y="2047988"/>
            <a:ext cx="11609100" cy="47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Poppins Light"/>
              <a:buChar char="●"/>
              <a:defRPr sz="160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2600480" y="7018000"/>
            <a:ext cx="55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95235" y="1212550"/>
            <a:ext cx="119961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 SemiBold"/>
              <a:buNone/>
              <a:defRPr sz="240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title" idx="2"/>
          </p:nvPr>
        </p:nvSpPr>
        <p:spPr>
          <a:xfrm>
            <a:off x="495225" y="944650"/>
            <a:ext cx="9241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465250" y="7096125"/>
            <a:ext cx="968983" cy="20883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9" r:id="rId7"/>
    <p:sldLayoutId id="2147483662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1" r:id="rId15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0">
          <p15:clr>
            <a:srgbClr val="EA4335"/>
          </p15:clr>
        </p15:guide>
        <p15:guide id="2" pos="8287">
          <p15:clr>
            <a:srgbClr val="EA4335"/>
          </p15:clr>
        </p15:guide>
        <p15:guide id="3" pos="8050">
          <p15:clr>
            <a:srgbClr val="EA4335"/>
          </p15:clr>
        </p15:guide>
        <p15:guide id="4" pos="4195">
          <p15:clr>
            <a:srgbClr val="EA4335"/>
          </p15:clr>
        </p15:guide>
        <p15:guide id="5" pos="680">
          <p15:clr>
            <a:srgbClr val="EA4335"/>
          </p15:clr>
        </p15:guide>
        <p15:guide id="6" pos="3742">
          <p15:clr>
            <a:srgbClr val="EA4335"/>
          </p15:clr>
        </p15:guide>
        <p15:guide id="7" pos="4649">
          <p15:clr>
            <a:srgbClr val="EA4335"/>
          </p15:clr>
        </p15:guide>
        <p15:guide id="8" pos="7710">
          <p15:clr>
            <a:srgbClr val="EA4335"/>
          </p15:clr>
        </p15:guide>
        <p15:guide id="9" orient="horz" pos="510">
          <p15:clr>
            <a:srgbClr val="EA4335"/>
          </p15:clr>
        </p15:guide>
        <p15:guide id="10" orient="horz" pos="4365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17.png"/><Relationship Id="rId5" Type="http://schemas.openxmlformats.org/officeDocument/2006/relationships/image" Target="../media/image24.jpeg"/><Relationship Id="rId15" Type="http://schemas.openxmlformats.org/officeDocument/2006/relationships/image" Target="../media/image19.jpeg"/><Relationship Id="rId10" Type="http://schemas.openxmlformats.org/officeDocument/2006/relationships/image" Target="../media/image14.png"/><Relationship Id="rId4" Type="http://schemas.openxmlformats.org/officeDocument/2006/relationships/image" Target="../media/image23.jpeg"/><Relationship Id="rId9" Type="http://schemas.openxmlformats.org/officeDocument/2006/relationships/image" Target="../media/image27.png"/><Relationship Id="rId1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1.png"/><Relationship Id="rId18" Type="http://schemas.openxmlformats.org/officeDocument/2006/relationships/image" Target="../media/image23.jpeg"/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jpeg"/><Relationship Id="rId5" Type="http://schemas.openxmlformats.org/officeDocument/2006/relationships/image" Target="../media/image27.png"/><Relationship Id="rId15" Type="http://schemas.openxmlformats.org/officeDocument/2006/relationships/image" Target="../media/image33.png"/><Relationship Id="rId10" Type="http://schemas.openxmlformats.org/officeDocument/2006/relationships/image" Target="../media/image29.jpeg"/><Relationship Id="rId4" Type="http://schemas.openxmlformats.org/officeDocument/2006/relationships/image" Target="../media/image13.png"/><Relationship Id="rId9" Type="http://schemas.openxmlformats.org/officeDocument/2006/relationships/image" Target="../media/image18.jpe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32.png"/><Relationship Id="rId18" Type="http://schemas.openxmlformats.org/officeDocument/2006/relationships/image" Target="../media/image23.jpeg"/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30.png"/><Relationship Id="rId5" Type="http://schemas.openxmlformats.org/officeDocument/2006/relationships/image" Target="../media/image14.png"/><Relationship Id="rId15" Type="http://schemas.openxmlformats.org/officeDocument/2006/relationships/image" Target="../media/image34.png"/><Relationship Id="rId10" Type="http://schemas.openxmlformats.org/officeDocument/2006/relationships/image" Target="../media/image19.jpeg"/><Relationship Id="rId4" Type="http://schemas.openxmlformats.org/officeDocument/2006/relationships/image" Target="../media/image27.png"/><Relationship Id="rId9" Type="http://schemas.openxmlformats.org/officeDocument/2006/relationships/image" Target="../media/image29.jpe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eg"/><Relationship Id="rId5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-labs-code/design.m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i.plainenglish.io/vibe-coding-is-dead-heres-what-replaced-it-aa7d2889b05a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23.jpeg"/><Relationship Id="rId4" Type="http://schemas.openxmlformats.org/officeDocument/2006/relationships/image" Target="../media/image27.pn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6.png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32.png"/><Relationship Id="rId18" Type="http://schemas.openxmlformats.org/officeDocument/2006/relationships/image" Target="../media/image23.jpeg"/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30.png"/><Relationship Id="rId5" Type="http://schemas.openxmlformats.org/officeDocument/2006/relationships/image" Target="../media/image14.png"/><Relationship Id="rId15" Type="http://schemas.openxmlformats.org/officeDocument/2006/relationships/image" Target="../media/image34.png"/><Relationship Id="rId10" Type="http://schemas.openxmlformats.org/officeDocument/2006/relationships/image" Target="../media/image19.jpeg"/><Relationship Id="rId4" Type="http://schemas.openxmlformats.org/officeDocument/2006/relationships/image" Target="../media/image27.png"/><Relationship Id="rId9" Type="http://schemas.openxmlformats.org/officeDocument/2006/relationships/image" Target="../media/image29.jpeg"/><Relationship Id="rId1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11" Type="http://schemas.openxmlformats.org/officeDocument/2006/relationships/image" Target="../media/image35.png"/><Relationship Id="rId5" Type="http://schemas.openxmlformats.org/officeDocument/2006/relationships/image" Target="../media/image29.jpeg"/><Relationship Id="rId10" Type="http://schemas.openxmlformats.org/officeDocument/2006/relationships/image" Target="../media/image17.png"/><Relationship Id="rId4" Type="http://schemas.openxmlformats.org/officeDocument/2006/relationships/image" Target="../media/image18.jpeg"/><Relationship Id="rId9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D7C235A-E408-EA6E-2AD4-08FAAF0D4115}"/>
              </a:ext>
            </a:extLst>
          </p:cNvPr>
          <p:cNvSpPr txBox="1"/>
          <p:nvPr/>
        </p:nvSpPr>
        <p:spPr>
          <a:xfrm>
            <a:off x="2335237" y="2419643"/>
            <a:ext cx="14067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9600"/>
              <a:t>🎤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C4BAC61-DAAC-E7CC-61C0-5D72E99D9566}"/>
              </a:ext>
            </a:extLst>
          </p:cNvPr>
          <p:cNvSpPr txBox="1"/>
          <p:nvPr/>
        </p:nvSpPr>
        <p:spPr>
          <a:xfrm>
            <a:off x="6016502" y="2419643"/>
            <a:ext cx="14067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9600"/>
              <a:t>💬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8F870E0-6ADB-8B8A-4B6F-ED9B0E911BD9}"/>
              </a:ext>
            </a:extLst>
          </p:cNvPr>
          <p:cNvSpPr txBox="1"/>
          <p:nvPr/>
        </p:nvSpPr>
        <p:spPr>
          <a:xfrm>
            <a:off x="9697767" y="2419643"/>
            <a:ext cx="14067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9600"/>
              <a:t>👩‍💻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F2FDCF5-0241-3CA8-EA6E-EE7234DA42A3}"/>
              </a:ext>
            </a:extLst>
          </p:cNvPr>
          <p:cNvSpPr txBox="1"/>
          <p:nvPr/>
        </p:nvSpPr>
        <p:spPr>
          <a:xfrm>
            <a:off x="1505243" y="3989303"/>
            <a:ext cx="30526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>
                <a:latin typeface="Lora" pitchFamily="2" charset="0"/>
              </a:rPr>
              <a:t>Wyciszamy mikrofony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DAE1364-6CE1-7DC4-BE57-C55C314657F8}"/>
              </a:ext>
            </a:extLst>
          </p:cNvPr>
          <p:cNvSpPr txBox="1"/>
          <p:nvPr/>
        </p:nvSpPr>
        <p:spPr>
          <a:xfrm>
            <a:off x="5193541" y="3989302"/>
            <a:ext cx="30526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>
                <a:latin typeface="Lora" pitchFamily="2" charset="0"/>
              </a:rPr>
              <a:t>Odpowiemy na pytania z czata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7287484-4A6A-2B5B-9CF9-9C92BE39778C}"/>
              </a:ext>
            </a:extLst>
          </p:cNvPr>
          <p:cNvSpPr txBox="1"/>
          <p:nvPr/>
        </p:nvSpPr>
        <p:spPr>
          <a:xfrm>
            <a:off x="8874806" y="3989302"/>
            <a:ext cx="30526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>
                <a:latin typeface="Lora" pitchFamily="2" charset="0"/>
              </a:rPr>
              <a:t>Będzie dyskusja w pokojach</a:t>
            </a:r>
          </a:p>
        </p:txBody>
      </p:sp>
    </p:spTree>
    <p:extLst>
      <p:ext uri="{BB962C8B-B14F-4D97-AF65-F5344CB8AC3E}">
        <p14:creationId xmlns:p14="http://schemas.microsoft.com/office/powerpoint/2010/main" val="245671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A8AEB78D-AE09-2482-F6F5-C6E05E72B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BD92FAEB-D3B9-3869-AB80-3DAC9C6A19DF}"/>
              </a:ext>
            </a:extLst>
          </p:cNvPr>
          <p:cNvSpPr/>
          <p:nvPr/>
        </p:nvSpPr>
        <p:spPr>
          <a:xfrm>
            <a:off x="177" y="-104331"/>
            <a:ext cx="13439422" cy="7664006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sp>
        <p:nvSpPr>
          <p:cNvPr id="401" name="Google Shape;401;p36">
            <a:extLst>
              <a:ext uri="{FF2B5EF4-FFF2-40B4-BE49-F238E27FC236}">
                <a16:creationId xmlns:a16="http://schemas.microsoft.com/office/drawing/2014/main" id="{06EA7393-DD97-CA09-9C47-435ED16ACC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600326" y="7017916"/>
            <a:ext cx="554686" cy="365090"/>
          </a:xfrm>
          <a:prstGeom prst="rect">
            <a:avLst/>
          </a:prstGeom>
        </p:spPr>
        <p:txBody>
          <a:bodyPr spcFirstLastPara="1" wrap="square" lIns="91423" tIns="45699" rIns="91423" bIns="45699" anchor="ctr" anchorCtr="0">
            <a:noAutofit/>
          </a:bodyPr>
          <a:lstStyle/>
          <a:p>
            <a:fld id="{00000000-1234-1234-1234-123412341234}" type="slidenum">
              <a:rPr lang="fr"/>
              <a:pPr/>
              <a:t>2</a:t>
            </a:fld>
            <a:endParaRPr/>
          </a:p>
        </p:txBody>
      </p:sp>
      <p:sp>
        <p:nvSpPr>
          <p:cNvPr id="402" name="Google Shape;402;p36">
            <a:extLst>
              <a:ext uri="{FF2B5EF4-FFF2-40B4-BE49-F238E27FC236}">
                <a16:creationId xmlns:a16="http://schemas.microsoft.com/office/drawing/2014/main" id="{219E078B-CA02-C150-917E-BEFD88BC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5226" y="3400174"/>
            <a:ext cx="5693979" cy="2524855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27000" indent="0">
              <a:buSzPts val="1600"/>
              <a:buNone/>
            </a:pPr>
            <a:r>
              <a:rPr lang="pl-PL" sz="3527" b="1">
                <a:solidFill>
                  <a:schemeClr val="tx1"/>
                </a:solidFill>
                <a:latin typeface="Poppins ExtraBold" pitchFamily="2" charset="0"/>
                <a:cs typeface="Poppins ExtraBold" pitchFamily="2" charset="0"/>
              </a:rPr>
              <a:t>Definiowanie </a:t>
            </a:r>
            <a:br>
              <a:rPr lang="pl-PL" sz="3527" b="1">
                <a:solidFill>
                  <a:schemeClr val="tx1"/>
                </a:solidFill>
                <a:latin typeface="Poppins ExtraBold" pitchFamily="2" charset="0"/>
                <a:cs typeface="Poppins ExtraBold" pitchFamily="2" charset="0"/>
              </a:rPr>
            </a:br>
            <a:r>
              <a:rPr lang="pl-PL" sz="3527" b="1">
                <a:solidFill>
                  <a:schemeClr val="tx1"/>
                </a:solidFill>
                <a:latin typeface="Poppins ExtraBold" pitchFamily="2" charset="0"/>
                <a:cs typeface="Poppins ExtraBold" pitchFamily="2" charset="0"/>
              </a:rPr>
              <a:t>i generowanie rozwiązań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A416C05-995C-043D-13BD-21C28779AFE2}"/>
              </a:ext>
            </a:extLst>
          </p:cNvPr>
          <p:cNvSpPr txBox="1"/>
          <p:nvPr/>
        </p:nvSpPr>
        <p:spPr>
          <a:xfrm>
            <a:off x="4085686" y="-291822"/>
            <a:ext cx="0" cy="0"/>
          </a:xfrm>
          <a:prstGeom prst="rect">
            <a:avLst/>
          </a:prstGeom>
        </p:spPr>
        <p:txBody>
          <a:bodyPr spcFirstLastPara="1" wrap="none" lIns="91423" tIns="91423" rIns="91423" bIns="91423" rtlCol="0" anchor="t" anchorCtr="0">
            <a:noAutofit/>
          </a:bodyPr>
          <a:lstStyle/>
          <a:p>
            <a:pPr algn="l">
              <a:buClr>
                <a:schemeClr val="dk1"/>
              </a:buClr>
              <a:buSzPts val="1100"/>
            </a:pPr>
            <a:endParaRPr lang="pl-PL" sz="1800">
              <a:latin typeface="Poppins" pitchFamily="2" charset="0"/>
              <a:cs typeface="Poppins" pitchFamily="2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5A951AD-8A35-F9FE-FA93-49444F43C3D7}"/>
              </a:ext>
            </a:extLst>
          </p:cNvPr>
          <p:cNvSpPr txBox="1"/>
          <p:nvPr/>
        </p:nvSpPr>
        <p:spPr>
          <a:xfrm>
            <a:off x="7976648" y="7237288"/>
            <a:ext cx="0" cy="0"/>
          </a:xfrm>
          <a:prstGeom prst="rect">
            <a:avLst/>
          </a:prstGeom>
        </p:spPr>
        <p:txBody>
          <a:bodyPr spcFirstLastPara="1" wrap="none" lIns="91423" tIns="91423" rIns="91423" bIns="91423" rtlCol="0" anchor="t" anchorCtr="0">
            <a:noAutofit/>
          </a:bodyPr>
          <a:lstStyle/>
          <a:p>
            <a:pPr algn="l">
              <a:buClr>
                <a:schemeClr val="dk1"/>
              </a:buClr>
              <a:buSzPts val="1100"/>
            </a:pPr>
            <a:endParaRPr lang="pl-PL" sz="1800">
              <a:latin typeface="Poppins" pitchFamily="2" charset="0"/>
              <a:cs typeface="Poppins" pitchFamily="2" charset="0"/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3E34299C-E677-6116-B3EE-D78C109EC8F2}"/>
              </a:ext>
            </a:extLst>
          </p:cNvPr>
          <p:cNvSpPr/>
          <p:nvPr/>
        </p:nvSpPr>
        <p:spPr>
          <a:xfrm>
            <a:off x="6660003" y="6891235"/>
            <a:ext cx="4740692" cy="983544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8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8199E79-8AF0-80F1-B588-6CD02805DF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560" y="2250506"/>
            <a:ext cx="2324094" cy="44419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E999F81-6E33-C8F0-3EF3-C8D11C2DE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2260" y="2251027"/>
            <a:ext cx="2324094" cy="444198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98EEB51E-8EFC-32C9-CFDF-0F74DACB6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493" y="1399538"/>
            <a:ext cx="8078040" cy="614437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D3CB39F-BB0D-D3C4-21CC-301A320F4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7469" y="495051"/>
            <a:ext cx="5070896" cy="78063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9EADE1D-387F-E7E1-B28A-6609708B3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454" y="469260"/>
            <a:ext cx="438138" cy="82865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02585C3-1C63-28BE-E36B-756FC3FDD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226" y="579653"/>
            <a:ext cx="228594" cy="60958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1057B13-0DF6-8A89-8834-78F064EF1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919" y="470642"/>
            <a:ext cx="438138" cy="828653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86C59AF5-7BEB-9A11-C935-5910141366D0}"/>
              </a:ext>
            </a:extLst>
          </p:cNvPr>
          <p:cNvSpPr txBox="1"/>
          <p:nvPr/>
        </p:nvSpPr>
        <p:spPr>
          <a:xfrm>
            <a:off x="295226" y="2472584"/>
            <a:ext cx="5862895" cy="431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992">
              <a:buSzPts val="1600"/>
            </a:pPr>
            <a:r>
              <a:rPr lang="fr" sz="2205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AI+UX </a:t>
            </a:r>
            <a:r>
              <a:rPr lang="pl-PL" sz="2205" err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Skills for Product Makers</a:t>
            </a:r>
            <a:endParaRPr lang="pl-PL" sz="2205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68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A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BFF2-E833-166C-F377-D81EC07A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B531188A-1DFA-1A0B-35F9-827830BD3F00}"/>
              </a:ext>
            </a:extLst>
          </p:cNvPr>
          <p:cNvSpPr txBox="1"/>
          <p:nvPr/>
        </p:nvSpPr>
        <p:spPr>
          <a:xfrm>
            <a:off x="759655" y="2242408"/>
            <a:ext cx="3297190" cy="2481600"/>
          </a:xfrm>
          <a:prstGeom prst="rect">
            <a:avLst/>
          </a:prstGeom>
          <a:noFill/>
        </p:spPr>
        <p:txBody>
          <a:bodyPr wrap="square" lIns="180000" tIns="180000" bIns="144000" rtlCol="0">
            <a:spAutoFit/>
          </a:bodyPr>
          <a:lstStyle/>
          <a:p>
            <a:r>
              <a:rPr lang="pl-PL" sz="2000">
                <a:latin typeface="Poppins" pitchFamily="2" charset="0"/>
                <a:cs typeface="Poppins" pitchFamily="2" charset="0"/>
              </a:rPr>
              <a:t>Tydzień 2</a:t>
            </a:r>
          </a:p>
          <a:p>
            <a:r>
              <a:rPr lang="pl-PL" sz="2000" b="1">
                <a:latin typeface="Poppins" pitchFamily="2" charset="0"/>
                <a:cs typeface="Poppins" pitchFamily="2" charset="0"/>
              </a:rPr>
              <a:t>Product Sprinty z AI</a:t>
            </a:r>
          </a:p>
          <a:p>
            <a:endParaRPr lang="pl-PL" sz="2000">
              <a:latin typeface="Poppins" pitchFamily="2" charset="0"/>
              <a:cs typeface="Poppins" pitchFamily="2" charset="0"/>
            </a:endParaRPr>
          </a:p>
          <a:p>
            <a:r>
              <a:rPr lang="pl-PL" sz="2000">
                <a:latin typeface="Poppins" pitchFamily="2" charset="0"/>
                <a:cs typeface="Poppins" pitchFamily="2" charset="0"/>
              </a:rPr>
              <a:t>Wybierz najlepsze rozwiązania ze wsparciem supermocy AI, unikając halucynacji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01CEFD9F-5B3B-3339-03B0-7E25436BCC0B}"/>
              </a:ext>
            </a:extLst>
          </p:cNvPr>
          <p:cNvSpPr/>
          <p:nvPr/>
        </p:nvSpPr>
        <p:spPr>
          <a:xfrm>
            <a:off x="4931834" y="2242408"/>
            <a:ext cx="3094893" cy="24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Warsztaty koncepcyjne </a:t>
            </a:r>
            <a:b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</a:br>
            <a: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z udziałem AI</a:t>
            </a:r>
          </a:p>
          <a:p>
            <a:endParaRPr lang="pl-PL" sz="2000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2000">
                <a:solidFill>
                  <a:schemeClr val="bg2"/>
                </a:solidFill>
                <a:latin typeface="Poppins" pitchFamily="2" charset="0"/>
                <a:cs typeface="Poppins" pitchFamily="2" charset="0"/>
              </a:rPr>
              <a:t>12.05.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9E0DB99E-6855-49E4-1105-E78C87D61000}"/>
              </a:ext>
            </a:extLst>
          </p:cNvPr>
          <p:cNvSpPr/>
          <p:nvPr/>
        </p:nvSpPr>
        <p:spPr>
          <a:xfrm>
            <a:off x="8709750" y="2242408"/>
            <a:ext cx="3094893" cy="24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Definiowanie </a:t>
            </a:r>
            <a:b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</a:br>
            <a: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i generowanie rozwiązań</a:t>
            </a:r>
          </a:p>
          <a:p>
            <a:endParaRPr lang="pl-PL" sz="2000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2000">
                <a:solidFill>
                  <a:schemeClr val="bg2"/>
                </a:solidFill>
                <a:latin typeface="Poppins" pitchFamily="2" charset="0"/>
                <a:cs typeface="Poppins" pitchFamily="2" charset="0"/>
              </a:rPr>
              <a:t>14.05.</a:t>
            </a:r>
          </a:p>
        </p:txBody>
      </p:sp>
      <p:sp>
        <p:nvSpPr>
          <p:cNvPr id="23" name="Google Shape;3827;g9493b1c1b4_1_1751">
            <a:extLst>
              <a:ext uri="{FF2B5EF4-FFF2-40B4-BE49-F238E27FC236}">
                <a16:creationId xmlns:a16="http://schemas.microsoft.com/office/drawing/2014/main" id="{3ABAB360-7D7B-02F0-4E74-0D151AC4141E}"/>
              </a:ext>
            </a:extLst>
          </p:cNvPr>
          <p:cNvSpPr/>
          <p:nvPr/>
        </p:nvSpPr>
        <p:spPr>
          <a:xfrm>
            <a:off x="952783" y="4982789"/>
            <a:ext cx="780651" cy="780651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0E80C9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32"/>
              <a:buFont typeface="Arial"/>
              <a:buNone/>
            </a:pPr>
            <a:endParaRPr sz="5932" u="none" strike="noStrike" cap="none">
              <a:solidFill>
                <a:srgbClr val="737572"/>
              </a:solidFill>
              <a:ea typeface="Lato Light"/>
              <a:cs typeface="Lato Light"/>
              <a:sym typeface="Lato Light"/>
            </a:endParaRPr>
          </a:p>
        </p:txBody>
      </p:sp>
      <p:sp>
        <p:nvSpPr>
          <p:cNvPr id="24" name="Google Shape;3827;g9493b1c1b4_1_1751">
            <a:extLst>
              <a:ext uri="{FF2B5EF4-FFF2-40B4-BE49-F238E27FC236}">
                <a16:creationId xmlns:a16="http://schemas.microsoft.com/office/drawing/2014/main" id="{A7BB3966-57AE-7E84-F1D2-C29C237D7D2B}"/>
              </a:ext>
            </a:extLst>
          </p:cNvPr>
          <p:cNvSpPr/>
          <p:nvPr/>
        </p:nvSpPr>
        <p:spPr>
          <a:xfrm>
            <a:off x="1759165" y="4982789"/>
            <a:ext cx="780651" cy="780651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0E80C9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32"/>
              <a:buFont typeface="Arial"/>
              <a:buNone/>
            </a:pPr>
            <a:endParaRPr sz="5932" u="none" strike="noStrike" cap="none">
              <a:solidFill>
                <a:srgbClr val="737572"/>
              </a:solidFill>
              <a:ea typeface="Lato Light"/>
              <a:cs typeface="Lato Light"/>
              <a:sym typeface="Lato Light"/>
            </a:endParaRPr>
          </a:p>
        </p:txBody>
      </p:sp>
      <p:sp>
        <p:nvSpPr>
          <p:cNvPr id="25" name="Trójkąt 24">
            <a:extLst>
              <a:ext uri="{FF2B5EF4-FFF2-40B4-BE49-F238E27FC236}">
                <a16:creationId xmlns:a16="http://schemas.microsoft.com/office/drawing/2014/main" id="{CEC33D3B-0EB1-2B04-D1C4-AEA09DD7A55D}"/>
              </a:ext>
            </a:extLst>
          </p:cNvPr>
          <p:cNvSpPr/>
          <p:nvPr/>
        </p:nvSpPr>
        <p:spPr>
          <a:xfrm rot="16200000">
            <a:off x="763750" y="5184080"/>
            <a:ext cx="780651" cy="378067"/>
          </a:xfrm>
          <a:prstGeom prst="triangle">
            <a:avLst/>
          </a:prstGeom>
          <a:solidFill>
            <a:srgbClr val="138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Trójkąt 6">
            <a:extLst>
              <a:ext uri="{FF2B5EF4-FFF2-40B4-BE49-F238E27FC236}">
                <a16:creationId xmlns:a16="http://schemas.microsoft.com/office/drawing/2014/main" id="{32BD88CE-C8E8-8696-5ACD-8E934ABC45E6}"/>
              </a:ext>
            </a:extLst>
          </p:cNvPr>
          <p:cNvSpPr/>
          <p:nvPr/>
        </p:nvSpPr>
        <p:spPr>
          <a:xfrm rot="5400000">
            <a:off x="1141816" y="5184079"/>
            <a:ext cx="780651" cy="378067"/>
          </a:xfrm>
          <a:prstGeom prst="triangle">
            <a:avLst/>
          </a:prstGeom>
          <a:solidFill>
            <a:srgbClr val="138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0348DA3E-A44F-4F4E-E7E7-669F94279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83" y="398711"/>
            <a:ext cx="53721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6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2C536-99DD-BEF8-7FB7-BE25FC29C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31;g9493b1c1b4_1_1751">
            <a:extLst>
              <a:ext uri="{FF2B5EF4-FFF2-40B4-BE49-F238E27FC236}">
                <a16:creationId xmlns:a16="http://schemas.microsoft.com/office/drawing/2014/main" id="{2AED9BE2-9A8D-695C-A3FF-3092EEAB05DC}"/>
              </a:ext>
            </a:extLst>
          </p:cNvPr>
          <p:cNvSpPr/>
          <p:nvPr/>
        </p:nvSpPr>
        <p:spPr>
          <a:xfrm>
            <a:off x="11908576" y="2933537"/>
            <a:ext cx="543000" cy="5415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9" name="Google Shape;3833;g9493b1c1b4_1_1751">
            <a:extLst>
              <a:ext uri="{FF2B5EF4-FFF2-40B4-BE49-F238E27FC236}">
                <a16:creationId xmlns:a16="http://schemas.microsoft.com/office/drawing/2014/main" id="{58B0A5AA-04B4-ED42-5438-F84D61CA8554}"/>
              </a:ext>
            </a:extLst>
          </p:cNvPr>
          <p:cNvSpPr/>
          <p:nvPr/>
        </p:nvSpPr>
        <p:spPr>
          <a:xfrm>
            <a:off x="881743" y="217714"/>
            <a:ext cx="10951028" cy="5997397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144D73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800" u="none" strike="noStrike" cap="none">
              <a:solidFill>
                <a:srgbClr val="434343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3841;g9493b1c1b4_1_1751">
            <a:extLst>
              <a:ext uri="{FF2B5EF4-FFF2-40B4-BE49-F238E27FC236}">
                <a16:creationId xmlns:a16="http://schemas.microsoft.com/office/drawing/2014/main" id="{A6F83F69-110F-B9A1-4CA9-2B79C32FCC2D}"/>
              </a:ext>
            </a:extLst>
          </p:cNvPr>
          <p:cNvSpPr txBox="1"/>
          <p:nvPr/>
        </p:nvSpPr>
        <p:spPr>
          <a:xfrm rot="-2700000">
            <a:off x="12099283" y="2372301"/>
            <a:ext cx="1421285" cy="3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2400"/>
              <a:buFont typeface="Arial"/>
              <a:buNone/>
            </a:pPr>
            <a:r>
              <a:rPr lang="en-US" sz="2000" b="1" u="none" strike="noStrike" cap="none">
                <a:solidFill>
                  <a:srgbClr val="990000"/>
                </a:solidFill>
                <a:ea typeface="Roboto"/>
                <a:cs typeface="Roboto"/>
                <a:sym typeface="Roboto"/>
              </a:rPr>
              <a:t>VISION</a:t>
            </a:r>
            <a:endParaRPr sz="800" b="1" u="none" strike="noStrike" cap="none">
              <a:solidFill>
                <a:srgbClr val="99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4243494-911B-AEDC-886B-58864D7834A8}"/>
              </a:ext>
            </a:extLst>
          </p:cNvPr>
          <p:cNvSpPr txBox="1"/>
          <p:nvPr/>
        </p:nvSpPr>
        <p:spPr>
          <a:xfrm>
            <a:off x="1039585" y="6437814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zaadresować potrzeby użytkowników i dać im wartość?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BEDDA28-59AF-9534-E182-94198A3CDD77}"/>
              </a:ext>
            </a:extLst>
          </p:cNvPr>
          <p:cNvSpPr txBox="1"/>
          <p:nvPr/>
        </p:nvSpPr>
        <p:spPr>
          <a:xfrm>
            <a:off x="3029891" y="6430021"/>
            <a:ext cx="18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Która z odkrytych szans najbardziej wpłynie na cel produktowy?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05D22E5-1552-7C76-D401-B02EC15E7ABA}"/>
              </a:ext>
            </a:extLst>
          </p:cNvPr>
          <p:cNvSpPr txBox="1"/>
          <p:nvPr/>
        </p:nvSpPr>
        <p:spPr>
          <a:xfrm>
            <a:off x="5020197" y="6437814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Co zbudować by optymalnie wykorzystać nasze zasoby?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5EF03DF-74E4-BC2D-9361-8DA11A150A7C}"/>
              </a:ext>
            </a:extLst>
          </p:cNvPr>
          <p:cNvSpPr txBox="1"/>
          <p:nvPr/>
        </p:nvSpPr>
        <p:spPr>
          <a:xfrm>
            <a:off x="7010503" y="6442171"/>
            <a:ext cx="18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będzie działać to rozwiązanie/eksperyment?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32CC46E-73A3-6BCB-C02E-25C9CDCAE71E}"/>
              </a:ext>
            </a:extLst>
          </p:cNvPr>
          <p:cNvSpPr txBox="1"/>
          <p:nvPr/>
        </p:nvSpPr>
        <p:spPr>
          <a:xfrm>
            <a:off x="9000809" y="6437813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może wyglądać rozwiązanie/eksperyment?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7F61DEE-0C91-36ED-2EF1-FD8861E0F2D1}"/>
              </a:ext>
            </a:extLst>
          </p:cNvPr>
          <p:cNvSpPr txBox="1"/>
          <p:nvPr/>
        </p:nvSpPr>
        <p:spPr>
          <a:xfrm>
            <a:off x="10991115" y="6437813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zlecić zbudowanie aplikacji do AI?</a:t>
            </a:r>
          </a:p>
        </p:txBody>
      </p:sp>
      <p:sp>
        <p:nvSpPr>
          <p:cNvPr id="23" name="Romb 22">
            <a:extLst>
              <a:ext uri="{FF2B5EF4-FFF2-40B4-BE49-F238E27FC236}">
                <a16:creationId xmlns:a16="http://schemas.microsoft.com/office/drawing/2014/main" id="{06E5A0E9-BEA5-EA77-E4EB-F15FEEA8BCA9}"/>
              </a:ext>
            </a:extLst>
          </p:cNvPr>
          <p:cNvSpPr/>
          <p:nvPr/>
        </p:nvSpPr>
        <p:spPr>
          <a:xfrm>
            <a:off x="3793982" y="251533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OST: Szanse</a:t>
            </a:r>
          </a:p>
        </p:txBody>
      </p:sp>
      <p:sp>
        <p:nvSpPr>
          <p:cNvPr id="24" name="Romb 23">
            <a:extLst>
              <a:ext uri="{FF2B5EF4-FFF2-40B4-BE49-F238E27FC236}">
                <a16:creationId xmlns:a16="http://schemas.microsoft.com/office/drawing/2014/main" id="{96664BC9-0C16-6F36-FEF2-31FE23A3268B}"/>
              </a:ext>
            </a:extLst>
          </p:cNvPr>
          <p:cNvSpPr/>
          <p:nvPr/>
        </p:nvSpPr>
        <p:spPr>
          <a:xfrm>
            <a:off x="2526858" y="3200749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Customer Insights</a:t>
            </a:r>
            <a:b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</a:br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Definicja problemu</a:t>
            </a:r>
          </a:p>
        </p:txBody>
      </p:sp>
      <p:sp>
        <p:nvSpPr>
          <p:cNvPr id="25" name="Romb 24">
            <a:extLst>
              <a:ext uri="{FF2B5EF4-FFF2-40B4-BE49-F238E27FC236}">
                <a16:creationId xmlns:a16="http://schemas.microsoft.com/office/drawing/2014/main" id="{BFC937EF-D2FB-257B-A835-72FC5F887B47}"/>
              </a:ext>
            </a:extLst>
          </p:cNvPr>
          <p:cNvSpPr/>
          <p:nvPr/>
        </p:nvSpPr>
        <p:spPr>
          <a:xfrm>
            <a:off x="2548739" y="185281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Propozycja wartości</a:t>
            </a:r>
          </a:p>
        </p:txBody>
      </p:sp>
      <p:sp>
        <p:nvSpPr>
          <p:cNvPr id="26" name="Romb 25">
            <a:extLst>
              <a:ext uri="{FF2B5EF4-FFF2-40B4-BE49-F238E27FC236}">
                <a16:creationId xmlns:a16="http://schemas.microsoft.com/office/drawing/2014/main" id="{DC1351C0-D1D7-150E-83F4-787B64B7D3ED}"/>
              </a:ext>
            </a:extLst>
          </p:cNvPr>
          <p:cNvSpPr/>
          <p:nvPr/>
        </p:nvSpPr>
        <p:spPr>
          <a:xfrm>
            <a:off x="6316197" y="253461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User Story Mapping</a:t>
            </a:r>
          </a:p>
        </p:txBody>
      </p:sp>
      <p:sp>
        <p:nvSpPr>
          <p:cNvPr id="27" name="Romb 26">
            <a:extLst>
              <a:ext uri="{FF2B5EF4-FFF2-40B4-BE49-F238E27FC236}">
                <a16:creationId xmlns:a16="http://schemas.microsoft.com/office/drawing/2014/main" id="{827B7566-52C1-2902-582E-7A6316389AFC}"/>
              </a:ext>
            </a:extLst>
          </p:cNvPr>
          <p:cNvSpPr/>
          <p:nvPr/>
        </p:nvSpPr>
        <p:spPr>
          <a:xfrm>
            <a:off x="8858051" y="253461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Wytyczne dla AI Buildera</a:t>
            </a:r>
          </a:p>
        </p:txBody>
      </p:sp>
      <p:sp>
        <p:nvSpPr>
          <p:cNvPr id="28" name="Romb 27">
            <a:extLst>
              <a:ext uri="{FF2B5EF4-FFF2-40B4-BE49-F238E27FC236}">
                <a16:creationId xmlns:a16="http://schemas.microsoft.com/office/drawing/2014/main" id="{0563E99B-2930-34B0-B842-B89276400C80}"/>
              </a:ext>
            </a:extLst>
          </p:cNvPr>
          <p:cNvSpPr/>
          <p:nvPr/>
        </p:nvSpPr>
        <p:spPr>
          <a:xfrm>
            <a:off x="7590927" y="3216410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Szkicowanie</a:t>
            </a:r>
          </a:p>
        </p:txBody>
      </p:sp>
      <p:sp>
        <p:nvSpPr>
          <p:cNvPr id="29" name="Romb 28">
            <a:extLst>
              <a:ext uri="{FF2B5EF4-FFF2-40B4-BE49-F238E27FC236}">
                <a16:creationId xmlns:a16="http://schemas.microsoft.com/office/drawing/2014/main" id="{956BF794-821B-6E43-8F5F-84D9E33D3B03}"/>
              </a:ext>
            </a:extLst>
          </p:cNvPr>
          <p:cNvSpPr/>
          <p:nvPr/>
        </p:nvSpPr>
        <p:spPr>
          <a:xfrm>
            <a:off x="1286042" y="253461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Cele produktowe</a:t>
            </a:r>
          </a:p>
        </p:txBody>
      </p:sp>
      <p:sp>
        <p:nvSpPr>
          <p:cNvPr id="30" name="Romb 29">
            <a:extLst>
              <a:ext uri="{FF2B5EF4-FFF2-40B4-BE49-F238E27FC236}">
                <a16:creationId xmlns:a16="http://schemas.microsoft.com/office/drawing/2014/main" id="{4B509B46-02C9-DD62-2441-D6E2BA7D51B1}"/>
              </a:ext>
            </a:extLst>
          </p:cNvPr>
          <p:cNvSpPr/>
          <p:nvPr/>
        </p:nvSpPr>
        <p:spPr>
          <a:xfrm>
            <a:off x="5041467" y="184069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OST: Rozwiązania i eksperymenty</a:t>
            </a:r>
          </a:p>
        </p:txBody>
      </p:sp>
      <p:sp>
        <p:nvSpPr>
          <p:cNvPr id="32" name="Romb 31">
            <a:extLst>
              <a:ext uri="{FF2B5EF4-FFF2-40B4-BE49-F238E27FC236}">
                <a16:creationId xmlns:a16="http://schemas.microsoft.com/office/drawing/2014/main" id="{D63AE9A1-D36E-AFD4-072B-3D86EBC490C2}"/>
              </a:ext>
            </a:extLst>
          </p:cNvPr>
          <p:cNvSpPr/>
          <p:nvPr/>
        </p:nvSpPr>
        <p:spPr>
          <a:xfrm>
            <a:off x="7578894" y="185281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Przykładowe treści i obiekty</a:t>
            </a:r>
          </a:p>
        </p:txBody>
      </p:sp>
      <p:sp>
        <p:nvSpPr>
          <p:cNvPr id="33" name="Romb 32">
            <a:extLst>
              <a:ext uri="{FF2B5EF4-FFF2-40B4-BE49-F238E27FC236}">
                <a16:creationId xmlns:a16="http://schemas.microsoft.com/office/drawing/2014/main" id="{9EEEB1E4-967F-D629-6CB4-51201E8A378B}"/>
              </a:ext>
            </a:extLst>
          </p:cNvPr>
          <p:cNvSpPr/>
          <p:nvPr/>
        </p:nvSpPr>
        <p:spPr>
          <a:xfrm>
            <a:off x="5027192" y="320925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Priorytetyzacja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2DBE814-1054-D9C2-C517-E090302836EE}"/>
              </a:ext>
            </a:extLst>
          </p:cNvPr>
          <p:cNvSpPr txBox="1"/>
          <p:nvPr/>
        </p:nvSpPr>
        <p:spPr>
          <a:xfrm>
            <a:off x="1497352" y="6015051"/>
            <a:ext cx="44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☑️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4E087D7-E254-FFAC-5A95-E339BF8893BA}"/>
              </a:ext>
            </a:extLst>
          </p:cNvPr>
          <p:cNvSpPr txBox="1"/>
          <p:nvPr/>
        </p:nvSpPr>
        <p:spPr>
          <a:xfrm>
            <a:off x="3572865" y="5995774"/>
            <a:ext cx="44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☑️</a:t>
            </a:r>
          </a:p>
        </p:txBody>
      </p:sp>
      <p:sp>
        <p:nvSpPr>
          <p:cNvPr id="9" name="Dowolny kształt 8">
            <a:extLst>
              <a:ext uri="{FF2B5EF4-FFF2-40B4-BE49-F238E27FC236}">
                <a16:creationId xmlns:a16="http://schemas.microsoft.com/office/drawing/2014/main" id="{E2543AC6-E6B7-FEB2-535D-5CA782999DB7}"/>
              </a:ext>
            </a:extLst>
          </p:cNvPr>
          <p:cNvSpPr/>
          <p:nvPr/>
        </p:nvSpPr>
        <p:spPr>
          <a:xfrm>
            <a:off x="2966450" y="2891093"/>
            <a:ext cx="3028208" cy="1229817"/>
          </a:xfrm>
          <a:custGeom>
            <a:avLst/>
            <a:gdLst>
              <a:gd name="connsiteX0" fmla="*/ 0 w 3028208"/>
              <a:gd name="connsiteY0" fmla="*/ 843148 h 1502950"/>
              <a:gd name="connsiteX1" fmla="*/ 712519 w 3028208"/>
              <a:gd name="connsiteY1" fmla="*/ 1484416 h 1502950"/>
              <a:gd name="connsiteX2" fmla="*/ 1068779 w 3028208"/>
              <a:gd name="connsiteY2" fmla="*/ 201881 h 1502950"/>
              <a:gd name="connsiteX3" fmla="*/ 1995054 w 3028208"/>
              <a:gd name="connsiteY3" fmla="*/ 950026 h 1502950"/>
              <a:gd name="connsiteX4" fmla="*/ 3028208 w 3028208"/>
              <a:gd name="connsiteY4" fmla="*/ 0 h 150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8208" h="1502950">
                <a:moveTo>
                  <a:pt x="0" y="843148"/>
                </a:moveTo>
                <a:cubicBezTo>
                  <a:pt x="267194" y="1217221"/>
                  <a:pt x="534389" y="1591294"/>
                  <a:pt x="712519" y="1484416"/>
                </a:cubicBezTo>
                <a:cubicBezTo>
                  <a:pt x="890649" y="1377538"/>
                  <a:pt x="855023" y="290946"/>
                  <a:pt x="1068779" y="201881"/>
                </a:cubicBezTo>
                <a:cubicBezTo>
                  <a:pt x="1282535" y="112816"/>
                  <a:pt x="1668483" y="983673"/>
                  <a:pt x="1995054" y="950026"/>
                </a:cubicBezTo>
                <a:cubicBezTo>
                  <a:pt x="2321625" y="916379"/>
                  <a:pt x="2674916" y="458189"/>
                  <a:pt x="3028208" y="0"/>
                </a:cubicBezTo>
              </a:path>
            </a:pathLst>
          </a:custGeom>
          <a:noFill/>
          <a:ln w="76200">
            <a:solidFill>
              <a:srgbClr val="C00000"/>
            </a:solidFill>
            <a:prstDash val="sysDot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Dowolny kształt 2">
            <a:extLst>
              <a:ext uri="{FF2B5EF4-FFF2-40B4-BE49-F238E27FC236}">
                <a16:creationId xmlns:a16="http://schemas.microsoft.com/office/drawing/2014/main" id="{BD84CBD0-9E76-9918-B140-BED3F628CF0E}"/>
              </a:ext>
            </a:extLst>
          </p:cNvPr>
          <p:cNvSpPr/>
          <p:nvPr/>
        </p:nvSpPr>
        <p:spPr>
          <a:xfrm rot="1860258">
            <a:off x="6036655" y="3053105"/>
            <a:ext cx="1203535" cy="894706"/>
          </a:xfrm>
          <a:custGeom>
            <a:avLst/>
            <a:gdLst>
              <a:gd name="connsiteX0" fmla="*/ 0 w 3028208"/>
              <a:gd name="connsiteY0" fmla="*/ 843148 h 1502950"/>
              <a:gd name="connsiteX1" fmla="*/ 712519 w 3028208"/>
              <a:gd name="connsiteY1" fmla="*/ 1484416 h 1502950"/>
              <a:gd name="connsiteX2" fmla="*/ 1068779 w 3028208"/>
              <a:gd name="connsiteY2" fmla="*/ 201881 h 1502950"/>
              <a:gd name="connsiteX3" fmla="*/ 1995054 w 3028208"/>
              <a:gd name="connsiteY3" fmla="*/ 950026 h 1502950"/>
              <a:gd name="connsiteX4" fmla="*/ 3028208 w 3028208"/>
              <a:gd name="connsiteY4" fmla="*/ 0 h 150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8208" h="1502950">
                <a:moveTo>
                  <a:pt x="0" y="843148"/>
                </a:moveTo>
                <a:cubicBezTo>
                  <a:pt x="267194" y="1217221"/>
                  <a:pt x="534389" y="1591294"/>
                  <a:pt x="712519" y="1484416"/>
                </a:cubicBezTo>
                <a:cubicBezTo>
                  <a:pt x="890649" y="1377538"/>
                  <a:pt x="855023" y="290946"/>
                  <a:pt x="1068779" y="201881"/>
                </a:cubicBezTo>
                <a:cubicBezTo>
                  <a:pt x="1282535" y="112816"/>
                  <a:pt x="1668483" y="983673"/>
                  <a:pt x="1995054" y="950026"/>
                </a:cubicBezTo>
                <a:cubicBezTo>
                  <a:pt x="2321625" y="916379"/>
                  <a:pt x="2674916" y="458189"/>
                  <a:pt x="3028208" y="0"/>
                </a:cubicBezTo>
              </a:path>
            </a:pathLst>
          </a:custGeom>
          <a:noFill/>
          <a:ln w="76200">
            <a:solidFill>
              <a:srgbClr val="C00000"/>
            </a:solidFill>
            <a:prstDash val="sysDot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569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1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2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2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2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965 0 " pathEditMode="relative" ptsTypes="AA">
                                      <p:cBhvr>
                                        <p:cTn id="3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9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CD015-2E5E-E4C2-ED3D-77DDF347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mb 21">
            <a:extLst>
              <a:ext uri="{FF2B5EF4-FFF2-40B4-BE49-F238E27FC236}">
                <a16:creationId xmlns:a16="http://schemas.microsoft.com/office/drawing/2014/main" id="{ADA92911-AD24-3FF7-1928-2776E8ADC769}"/>
              </a:ext>
            </a:extLst>
          </p:cNvPr>
          <p:cNvSpPr/>
          <p:nvPr/>
        </p:nvSpPr>
        <p:spPr>
          <a:xfrm>
            <a:off x="4662629" y="-324465"/>
            <a:ext cx="12820240" cy="7123471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Google Shape;3833;g9493b1c1b4_1_1751">
            <a:extLst>
              <a:ext uri="{FF2B5EF4-FFF2-40B4-BE49-F238E27FC236}">
                <a16:creationId xmlns:a16="http://schemas.microsoft.com/office/drawing/2014/main" id="{54AD26AA-5F52-9806-3823-7FDB62AC1546}"/>
              </a:ext>
            </a:extLst>
          </p:cNvPr>
          <p:cNvSpPr/>
          <p:nvPr/>
        </p:nvSpPr>
        <p:spPr>
          <a:xfrm>
            <a:off x="4354931" y="-439655"/>
            <a:ext cx="13435637" cy="7358108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144D73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800" u="none" strike="noStrike" cap="none">
              <a:solidFill>
                <a:srgbClr val="434343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2" name="Google Shape;3831;g9493b1c1b4_1_1751">
            <a:extLst>
              <a:ext uri="{FF2B5EF4-FFF2-40B4-BE49-F238E27FC236}">
                <a16:creationId xmlns:a16="http://schemas.microsoft.com/office/drawing/2014/main" id="{219A9554-8352-9234-8C88-3312EC263839}"/>
              </a:ext>
            </a:extLst>
          </p:cNvPr>
          <p:cNvSpPr/>
          <p:nvPr/>
        </p:nvSpPr>
        <p:spPr>
          <a:xfrm>
            <a:off x="3736126" y="2990684"/>
            <a:ext cx="543000" cy="5415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9" name="Google Shape;3833;g9493b1c1b4_1_1751">
            <a:extLst>
              <a:ext uri="{FF2B5EF4-FFF2-40B4-BE49-F238E27FC236}">
                <a16:creationId xmlns:a16="http://schemas.microsoft.com/office/drawing/2014/main" id="{C68848FC-6F59-3F8F-2FEF-B6DCCCF469C8}"/>
              </a:ext>
            </a:extLst>
          </p:cNvPr>
          <p:cNvSpPr/>
          <p:nvPr/>
        </p:nvSpPr>
        <p:spPr>
          <a:xfrm>
            <a:off x="-7290707" y="274861"/>
            <a:ext cx="10951028" cy="5997397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144D73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800" u="none" strike="noStrike" cap="none">
              <a:solidFill>
                <a:srgbClr val="434343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3841;g9493b1c1b4_1_1751">
            <a:extLst>
              <a:ext uri="{FF2B5EF4-FFF2-40B4-BE49-F238E27FC236}">
                <a16:creationId xmlns:a16="http://schemas.microsoft.com/office/drawing/2014/main" id="{93C9F2FA-5099-C464-9ADE-170BA1811D36}"/>
              </a:ext>
            </a:extLst>
          </p:cNvPr>
          <p:cNvSpPr txBox="1"/>
          <p:nvPr/>
        </p:nvSpPr>
        <p:spPr>
          <a:xfrm rot="-2700000">
            <a:off x="3926833" y="2429448"/>
            <a:ext cx="1421285" cy="3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2400"/>
              <a:buFont typeface="Arial"/>
              <a:buNone/>
            </a:pPr>
            <a:r>
              <a:rPr lang="en-US" sz="2000" b="1" u="none" strike="noStrike" cap="none">
                <a:solidFill>
                  <a:srgbClr val="990000"/>
                </a:solidFill>
                <a:ea typeface="Roboto"/>
                <a:cs typeface="Roboto"/>
                <a:sym typeface="Roboto"/>
              </a:rPr>
              <a:t>VISION</a:t>
            </a:r>
            <a:endParaRPr sz="800" b="1" u="none" strike="noStrike" cap="none">
              <a:solidFill>
                <a:srgbClr val="99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23" name="Romb 22">
            <a:extLst>
              <a:ext uri="{FF2B5EF4-FFF2-40B4-BE49-F238E27FC236}">
                <a16:creationId xmlns:a16="http://schemas.microsoft.com/office/drawing/2014/main" id="{FC213035-2112-BDAE-1EFE-4394245BE8A4}"/>
              </a:ext>
            </a:extLst>
          </p:cNvPr>
          <p:cNvSpPr/>
          <p:nvPr/>
        </p:nvSpPr>
        <p:spPr>
          <a:xfrm>
            <a:off x="-4378468" y="257248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OST: Szanse</a:t>
            </a:r>
          </a:p>
        </p:txBody>
      </p:sp>
      <p:sp>
        <p:nvSpPr>
          <p:cNvPr id="24" name="Romb 23">
            <a:extLst>
              <a:ext uri="{FF2B5EF4-FFF2-40B4-BE49-F238E27FC236}">
                <a16:creationId xmlns:a16="http://schemas.microsoft.com/office/drawing/2014/main" id="{F5487195-493A-C63B-02FE-4BC7F2554C26}"/>
              </a:ext>
            </a:extLst>
          </p:cNvPr>
          <p:cNvSpPr/>
          <p:nvPr/>
        </p:nvSpPr>
        <p:spPr>
          <a:xfrm>
            <a:off x="-6445692" y="3257899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Customer Insights</a:t>
            </a:r>
            <a:b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</a:br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Definicja problemu</a:t>
            </a:r>
          </a:p>
        </p:txBody>
      </p:sp>
      <p:sp>
        <p:nvSpPr>
          <p:cNvPr id="25" name="Romb 24">
            <a:extLst>
              <a:ext uri="{FF2B5EF4-FFF2-40B4-BE49-F238E27FC236}">
                <a16:creationId xmlns:a16="http://schemas.microsoft.com/office/drawing/2014/main" id="{1D78A7BC-73B1-B885-E7D9-958B7C751443}"/>
              </a:ext>
            </a:extLst>
          </p:cNvPr>
          <p:cNvSpPr/>
          <p:nvPr/>
        </p:nvSpPr>
        <p:spPr>
          <a:xfrm>
            <a:off x="-6423811" y="190996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Propozycja wartości</a:t>
            </a:r>
          </a:p>
        </p:txBody>
      </p:sp>
      <p:sp>
        <p:nvSpPr>
          <p:cNvPr id="26" name="Romb 25">
            <a:extLst>
              <a:ext uri="{FF2B5EF4-FFF2-40B4-BE49-F238E27FC236}">
                <a16:creationId xmlns:a16="http://schemas.microsoft.com/office/drawing/2014/main" id="{702E19F3-FC12-560A-E4C6-1A1BCD9B5D66}"/>
              </a:ext>
            </a:extLst>
          </p:cNvPr>
          <p:cNvSpPr/>
          <p:nvPr/>
        </p:nvSpPr>
        <p:spPr>
          <a:xfrm>
            <a:off x="-1856253" y="2591760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User Story Mapping</a:t>
            </a:r>
          </a:p>
        </p:txBody>
      </p:sp>
      <p:sp>
        <p:nvSpPr>
          <p:cNvPr id="27" name="Romb 26">
            <a:extLst>
              <a:ext uri="{FF2B5EF4-FFF2-40B4-BE49-F238E27FC236}">
                <a16:creationId xmlns:a16="http://schemas.microsoft.com/office/drawing/2014/main" id="{5F042AB1-8702-381B-1AEC-8DA8721773F4}"/>
              </a:ext>
            </a:extLst>
          </p:cNvPr>
          <p:cNvSpPr/>
          <p:nvPr/>
        </p:nvSpPr>
        <p:spPr>
          <a:xfrm>
            <a:off x="685601" y="2591760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Wytyczne dla AI Buildera</a:t>
            </a:r>
          </a:p>
        </p:txBody>
      </p:sp>
      <p:sp>
        <p:nvSpPr>
          <p:cNvPr id="28" name="Romb 27">
            <a:extLst>
              <a:ext uri="{FF2B5EF4-FFF2-40B4-BE49-F238E27FC236}">
                <a16:creationId xmlns:a16="http://schemas.microsoft.com/office/drawing/2014/main" id="{69A20C35-D214-F6B5-2286-1C1F054FBBD7}"/>
              </a:ext>
            </a:extLst>
          </p:cNvPr>
          <p:cNvSpPr/>
          <p:nvPr/>
        </p:nvSpPr>
        <p:spPr>
          <a:xfrm>
            <a:off x="-581523" y="3273557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Szkicowanie</a:t>
            </a:r>
          </a:p>
        </p:txBody>
      </p:sp>
      <p:sp>
        <p:nvSpPr>
          <p:cNvPr id="29" name="Romb 28">
            <a:extLst>
              <a:ext uri="{FF2B5EF4-FFF2-40B4-BE49-F238E27FC236}">
                <a16:creationId xmlns:a16="http://schemas.microsoft.com/office/drawing/2014/main" id="{52E7B57D-74C6-B7A6-B626-36B77329D637}"/>
              </a:ext>
            </a:extLst>
          </p:cNvPr>
          <p:cNvSpPr/>
          <p:nvPr/>
        </p:nvSpPr>
        <p:spPr>
          <a:xfrm>
            <a:off x="-7686508" y="259176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Cele produktowe</a:t>
            </a:r>
          </a:p>
        </p:txBody>
      </p:sp>
      <p:sp>
        <p:nvSpPr>
          <p:cNvPr id="30" name="Romb 29">
            <a:extLst>
              <a:ext uri="{FF2B5EF4-FFF2-40B4-BE49-F238E27FC236}">
                <a16:creationId xmlns:a16="http://schemas.microsoft.com/office/drawing/2014/main" id="{DE16954A-0804-8837-F009-9752DAD7E4F1}"/>
              </a:ext>
            </a:extLst>
          </p:cNvPr>
          <p:cNvSpPr/>
          <p:nvPr/>
        </p:nvSpPr>
        <p:spPr>
          <a:xfrm>
            <a:off x="-3130983" y="1897840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OST: Rozwiązania i eksperymenty</a:t>
            </a:r>
          </a:p>
        </p:txBody>
      </p:sp>
      <p:sp>
        <p:nvSpPr>
          <p:cNvPr id="32" name="Romb 31">
            <a:extLst>
              <a:ext uri="{FF2B5EF4-FFF2-40B4-BE49-F238E27FC236}">
                <a16:creationId xmlns:a16="http://schemas.microsoft.com/office/drawing/2014/main" id="{2A37E520-7BEC-47FE-7597-A90CCE3EA78C}"/>
              </a:ext>
            </a:extLst>
          </p:cNvPr>
          <p:cNvSpPr/>
          <p:nvPr/>
        </p:nvSpPr>
        <p:spPr>
          <a:xfrm>
            <a:off x="-593556" y="190996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Przykładowe treści i obiekty</a:t>
            </a:r>
          </a:p>
        </p:txBody>
      </p:sp>
      <p:sp>
        <p:nvSpPr>
          <p:cNvPr id="33" name="Romb 32">
            <a:extLst>
              <a:ext uri="{FF2B5EF4-FFF2-40B4-BE49-F238E27FC236}">
                <a16:creationId xmlns:a16="http://schemas.microsoft.com/office/drawing/2014/main" id="{3D340E10-ED29-FAA8-733A-BCBCF40755AA}"/>
              </a:ext>
            </a:extLst>
          </p:cNvPr>
          <p:cNvSpPr/>
          <p:nvPr/>
        </p:nvSpPr>
        <p:spPr>
          <a:xfrm>
            <a:off x="-3145258" y="326640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Priorytetyzacja</a:t>
            </a:r>
          </a:p>
        </p:txBody>
      </p:sp>
      <p:sp>
        <p:nvSpPr>
          <p:cNvPr id="9" name="Dowolny kształt 8">
            <a:extLst>
              <a:ext uri="{FF2B5EF4-FFF2-40B4-BE49-F238E27FC236}">
                <a16:creationId xmlns:a16="http://schemas.microsoft.com/office/drawing/2014/main" id="{F0FB48DC-D827-C761-9E75-9C0C9D63F50A}"/>
              </a:ext>
            </a:extLst>
          </p:cNvPr>
          <p:cNvSpPr/>
          <p:nvPr/>
        </p:nvSpPr>
        <p:spPr>
          <a:xfrm>
            <a:off x="-6006100" y="2948243"/>
            <a:ext cx="3028208" cy="1229817"/>
          </a:xfrm>
          <a:custGeom>
            <a:avLst/>
            <a:gdLst>
              <a:gd name="connsiteX0" fmla="*/ 0 w 3028208"/>
              <a:gd name="connsiteY0" fmla="*/ 843148 h 1502950"/>
              <a:gd name="connsiteX1" fmla="*/ 712519 w 3028208"/>
              <a:gd name="connsiteY1" fmla="*/ 1484416 h 1502950"/>
              <a:gd name="connsiteX2" fmla="*/ 1068779 w 3028208"/>
              <a:gd name="connsiteY2" fmla="*/ 201881 h 1502950"/>
              <a:gd name="connsiteX3" fmla="*/ 1995054 w 3028208"/>
              <a:gd name="connsiteY3" fmla="*/ 950026 h 1502950"/>
              <a:gd name="connsiteX4" fmla="*/ 3028208 w 3028208"/>
              <a:gd name="connsiteY4" fmla="*/ 0 h 150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8208" h="1502950">
                <a:moveTo>
                  <a:pt x="0" y="843148"/>
                </a:moveTo>
                <a:cubicBezTo>
                  <a:pt x="267194" y="1217221"/>
                  <a:pt x="534389" y="1591294"/>
                  <a:pt x="712519" y="1484416"/>
                </a:cubicBezTo>
                <a:cubicBezTo>
                  <a:pt x="890649" y="1377538"/>
                  <a:pt x="855023" y="290946"/>
                  <a:pt x="1068779" y="201881"/>
                </a:cubicBezTo>
                <a:cubicBezTo>
                  <a:pt x="1282535" y="112816"/>
                  <a:pt x="1668483" y="983673"/>
                  <a:pt x="1995054" y="950026"/>
                </a:cubicBezTo>
                <a:cubicBezTo>
                  <a:pt x="2321625" y="916379"/>
                  <a:pt x="2674916" y="458189"/>
                  <a:pt x="3028208" y="0"/>
                </a:cubicBezTo>
              </a:path>
            </a:pathLst>
          </a:custGeom>
          <a:noFill/>
          <a:ln w="76200">
            <a:solidFill>
              <a:srgbClr val="C00000"/>
            </a:solidFill>
            <a:prstDash val="sysDot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3" name="Picture 2" descr="What is v0? | v0 Docs">
            <a:extLst>
              <a:ext uri="{FF2B5EF4-FFF2-40B4-BE49-F238E27FC236}">
                <a16:creationId xmlns:a16="http://schemas.microsoft.com/office/drawing/2014/main" id="{399632CF-DF67-8471-7F8A-E60A7D527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065" y="2826030"/>
            <a:ext cx="760928" cy="76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pole tekstowe 15">
            <a:extLst>
              <a:ext uri="{FF2B5EF4-FFF2-40B4-BE49-F238E27FC236}">
                <a16:creationId xmlns:a16="http://schemas.microsoft.com/office/drawing/2014/main" id="{97D3ADC3-B814-3617-E19A-B70EE678BE9E}"/>
              </a:ext>
            </a:extLst>
          </p:cNvPr>
          <p:cNvSpPr txBox="1"/>
          <p:nvPr/>
        </p:nvSpPr>
        <p:spPr>
          <a:xfrm>
            <a:off x="5782929" y="3651121"/>
            <a:ext cx="1527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>
                <a:latin typeface="Lora" pitchFamily="2" charset="0"/>
                <a:cs typeface="Poppins" pitchFamily="2" charset="0"/>
              </a:rPr>
              <a:t>V0.app</a:t>
            </a:r>
          </a:p>
        </p:txBody>
      </p:sp>
      <p:pic>
        <p:nvPicPr>
          <p:cNvPr id="1026" name="Picture 2" descr="Google AI Studio (@GoogleAIStudio) / Posts / X">
            <a:extLst>
              <a:ext uri="{FF2B5EF4-FFF2-40B4-BE49-F238E27FC236}">
                <a16:creationId xmlns:a16="http://schemas.microsoft.com/office/drawing/2014/main" id="{9DB93E54-94ED-3AF7-FE95-6B7F99FC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188" y="2769342"/>
            <a:ext cx="871282" cy="8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9A8CB525-16E5-93FA-BF73-0DCDF7F5E535}"/>
              </a:ext>
            </a:extLst>
          </p:cNvPr>
          <p:cNvSpPr txBox="1"/>
          <p:nvPr/>
        </p:nvSpPr>
        <p:spPr>
          <a:xfrm>
            <a:off x="6974607" y="3656166"/>
            <a:ext cx="183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>
                <a:latin typeface="Lora" pitchFamily="2" charset="0"/>
                <a:cs typeface="Poppins" pitchFamily="2" charset="0"/>
              </a:rPr>
              <a:t>Google </a:t>
            </a:r>
            <a:br>
              <a:rPr lang="pl-PL">
                <a:latin typeface="Lora" pitchFamily="2" charset="0"/>
                <a:cs typeface="Poppins" pitchFamily="2" charset="0"/>
              </a:rPr>
            </a:br>
            <a:r>
              <a:rPr lang="pl-PL">
                <a:latin typeface="Lora" pitchFamily="2" charset="0"/>
                <a:cs typeface="Poppins" pitchFamily="2" charset="0"/>
              </a:rPr>
              <a:t>AI Studio</a:t>
            </a:r>
          </a:p>
        </p:txBody>
      </p:sp>
      <p:pic>
        <p:nvPicPr>
          <p:cNvPr id="1030" name="Picture 6" descr="Download · Cursor">
            <a:extLst>
              <a:ext uri="{FF2B5EF4-FFF2-40B4-BE49-F238E27FC236}">
                <a16:creationId xmlns:a16="http://schemas.microsoft.com/office/drawing/2014/main" id="{0D9D2EA2-3744-9F63-208D-A6D7260E5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45" y="2695638"/>
            <a:ext cx="944986" cy="94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ole tekstowe 33">
            <a:extLst>
              <a:ext uri="{FF2B5EF4-FFF2-40B4-BE49-F238E27FC236}">
                <a16:creationId xmlns:a16="http://schemas.microsoft.com/office/drawing/2014/main" id="{73CE3184-05A2-162B-9DAB-2F1211FA8EA9}"/>
              </a:ext>
            </a:extLst>
          </p:cNvPr>
          <p:cNvSpPr txBox="1"/>
          <p:nvPr/>
        </p:nvSpPr>
        <p:spPr>
          <a:xfrm>
            <a:off x="9812805" y="3656166"/>
            <a:ext cx="1836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>
                <a:latin typeface="Lora" pitchFamily="2" charset="0"/>
                <a:cs typeface="Poppins" pitchFamily="2" charset="0"/>
              </a:rPr>
              <a:t>Cursor</a:t>
            </a:r>
          </a:p>
        </p:txBody>
      </p:sp>
      <p:pic>
        <p:nvPicPr>
          <p:cNvPr id="35" name="Obraz 34">
            <a:extLst>
              <a:ext uri="{FF2B5EF4-FFF2-40B4-BE49-F238E27FC236}">
                <a16:creationId xmlns:a16="http://schemas.microsoft.com/office/drawing/2014/main" id="{72E19EEF-CD6E-FBD4-B2D6-406E44F0E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504" y="3807279"/>
            <a:ext cx="2644231" cy="3966347"/>
          </a:xfrm>
          <a:prstGeom prst="rect">
            <a:avLst/>
          </a:prstGeom>
        </p:spPr>
      </p:pic>
      <p:pic>
        <p:nvPicPr>
          <p:cNvPr id="3" name="Picture 2" descr="Figma Logo and symbol, meaning, history, PNG, brand">
            <a:extLst>
              <a:ext uri="{FF2B5EF4-FFF2-40B4-BE49-F238E27FC236}">
                <a16:creationId xmlns:a16="http://schemas.microsoft.com/office/drawing/2014/main" id="{3AC8FA44-9E22-A920-7F44-DEE7F4B28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278" y="2766285"/>
            <a:ext cx="1087899" cy="6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7C5BB858-C864-46CD-1C8C-830EA40D6E67}"/>
              </a:ext>
            </a:extLst>
          </p:cNvPr>
          <p:cNvSpPr txBox="1"/>
          <p:nvPr/>
        </p:nvSpPr>
        <p:spPr>
          <a:xfrm>
            <a:off x="8797674" y="3194501"/>
            <a:ext cx="136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spc="-150">
                <a:latin typeface="Montserrat" pitchFamily="2" charset="0"/>
                <a:cs typeface="Poppins" pitchFamily="2" charset="0"/>
              </a:rPr>
              <a:t>Make</a:t>
            </a:r>
          </a:p>
        </p:txBody>
      </p:sp>
      <p:pic>
        <p:nvPicPr>
          <p:cNvPr id="5" name="Picture 14" descr="Claude Code AI - Terminal-based coding assistant">
            <a:extLst>
              <a:ext uri="{FF2B5EF4-FFF2-40B4-BE49-F238E27FC236}">
                <a16:creationId xmlns:a16="http://schemas.microsoft.com/office/drawing/2014/main" id="{A97A4305-411E-D703-C8AD-611B81F02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0741" y="3145093"/>
            <a:ext cx="1087899" cy="83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8" descr="Visual Studio Code - Wikipedia">
            <a:extLst>
              <a:ext uri="{FF2B5EF4-FFF2-40B4-BE49-F238E27FC236}">
                <a16:creationId xmlns:a16="http://schemas.microsoft.com/office/drawing/2014/main" id="{57D1B361-4F3D-39EF-7488-E929E075E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2283" y="2426595"/>
            <a:ext cx="538086" cy="53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09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CB880EBA-6174-5464-A42B-7EF7693C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487;p268">
            <a:extLst>
              <a:ext uri="{FF2B5EF4-FFF2-40B4-BE49-F238E27FC236}">
                <a16:creationId xmlns:a16="http://schemas.microsoft.com/office/drawing/2014/main" id="{7577CF16-70BE-310E-E0E0-5CA21579FA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19" b="119"/>
          <a:stretch/>
        </p:blipFill>
        <p:spPr>
          <a:xfrm>
            <a:off x="158524" y="2867399"/>
            <a:ext cx="6498352" cy="485208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5">
            <a:extLst>
              <a:ext uri="{FF2B5EF4-FFF2-40B4-BE49-F238E27FC236}">
                <a16:creationId xmlns:a16="http://schemas.microsoft.com/office/drawing/2014/main" id="{DA12EA51-F493-FE83-8ECB-F145C5D81DB7}"/>
              </a:ext>
            </a:extLst>
          </p:cNvPr>
          <p:cNvSpPr/>
          <p:nvPr/>
        </p:nvSpPr>
        <p:spPr>
          <a:xfrm>
            <a:off x="6545725" y="741400"/>
            <a:ext cx="7052400" cy="627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E7C6159A-31BE-795F-B48A-5CCAA1419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100" y="1676100"/>
            <a:ext cx="4860000" cy="11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/>
              <a:t>User Story Mapping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C20FA641-729E-1C20-126A-68C21FB6D41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00" y="226088"/>
            <a:ext cx="7275900" cy="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pl-PL"/>
              <a:t>DEFINIOWANIE I GENEROWANIE ROZWIĄZAŃ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93CA5DB7-0D65-D28F-A26D-136665C7A7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100" y="1205969"/>
            <a:ext cx="6300000" cy="2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l-PL" sz="1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Która z odkrytych szans najbardziej wpłynie na cel produktowy?</a:t>
            </a:r>
          </a:p>
        </p:txBody>
      </p:sp>
      <p:sp>
        <p:nvSpPr>
          <p:cNvPr id="597" name="Google Shape;597;p55">
            <a:extLst>
              <a:ext uri="{FF2B5EF4-FFF2-40B4-BE49-F238E27FC236}">
                <a16:creationId xmlns:a16="http://schemas.microsoft.com/office/drawing/2014/main" id="{4473EFF3-3DD0-BB45-3312-5D16D33DDD96}"/>
              </a:ext>
            </a:extLst>
          </p:cNvPr>
          <p:cNvSpPr/>
          <p:nvPr/>
        </p:nvSpPr>
        <p:spPr>
          <a:xfrm>
            <a:off x="6719887" y="1539214"/>
            <a:ext cx="1016132" cy="1015932"/>
          </a:xfrm>
          <a:custGeom>
            <a:avLst/>
            <a:gdLst/>
            <a:ahLst/>
            <a:cxnLst/>
            <a:rect l="l" t="t" r="r" b="b"/>
            <a:pathLst>
              <a:path w="2038" h="2039" extrusionOk="0">
                <a:moveTo>
                  <a:pt x="1018" y="0"/>
                </a:moveTo>
                <a:lnTo>
                  <a:pt x="1018" y="0"/>
                </a:lnTo>
                <a:cubicBezTo>
                  <a:pt x="1581" y="0"/>
                  <a:pt x="2037" y="456"/>
                  <a:pt x="2037" y="1019"/>
                </a:cubicBezTo>
                <a:lnTo>
                  <a:pt x="2037" y="1019"/>
                </a:lnTo>
                <a:cubicBezTo>
                  <a:pt x="2037" y="1582"/>
                  <a:pt x="1581" y="2038"/>
                  <a:pt x="1018" y="2038"/>
                </a:cubicBezTo>
                <a:lnTo>
                  <a:pt x="1018" y="2038"/>
                </a:lnTo>
                <a:cubicBezTo>
                  <a:pt x="456" y="2038"/>
                  <a:pt x="0" y="1582"/>
                  <a:pt x="0" y="1019"/>
                </a:cubicBezTo>
                <a:lnTo>
                  <a:pt x="0" y="1019"/>
                </a:lnTo>
                <a:cubicBezTo>
                  <a:pt x="0" y="456"/>
                  <a:pt x="456" y="0"/>
                  <a:pt x="1018" y="0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2"/>
              <a:buFont typeface="Arial"/>
              <a:buNone/>
            </a:pPr>
            <a:r>
              <a:rPr lang="fr" sz="1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Kiedy</a:t>
            </a:r>
            <a:endParaRPr sz="16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p55">
            <a:extLst>
              <a:ext uri="{FF2B5EF4-FFF2-40B4-BE49-F238E27FC236}">
                <a16:creationId xmlns:a16="http://schemas.microsoft.com/office/drawing/2014/main" id="{63999391-7A9B-6DF7-2D7D-9C09F0A27FDD}"/>
              </a:ext>
            </a:extLst>
          </p:cNvPr>
          <p:cNvSpPr/>
          <p:nvPr/>
        </p:nvSpPr>
        <p:spPr>
          <a:xfrm>
            <a:off x="8167096" y="1539211"/>
            <a:ext cx="4852800" cy="10158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l-PL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Chcemy zaplanować ścieżkę użytkownika i opisać działanie produktu.</a:t>
            </a:r>
            <a:endParaRPr sz="20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p55">
            <a:extLst>
              <a:ext uri="{FF2B5EF4-FFF2-40B4-BE49-F238E27FC236}">
                <a16:creationId xmlns:a16="http://schemas.microsoft.com/office/drawing/2014/main" id="{67F8BFF3-47C2-EBB3-577B-F5F78C086DE8}"/>
              </a:ext>
            </a:extLst>
          </p:cNvPr>
          <p:cNvSpPr/>
          <p:nvPr/>
        </p:nvSpPr>
        <p:spPr>
          <a:xfrm>
            <a:off x="6719887" y="2778950"/>
            <a:ext cx="1016132" cy="1015932"/>
          </a:xfrm>
          <a:custGeom>
            <a:avLst/>
            <a:gdLst/>
            <a:ahLst/>
            <a:cxnLst/>
            <a:rect l="l" t="t" r="r" b="b"/>
            <a:pathLst>
              <a:path w="2038" h="2039" extrusionOk="0">
                <a:moveTo>
                  <a:pt x="1018" y="0"/>
                </a:moveTo>
                <a:lnTo>
                  <a:pt x="1018" y="0"/>
                </a:lnTo>
                <a:cubicBezTo>
                  <a:pt x="1581" y="0"/>
                  <a:pt x="2037" y="456"/>
                  <a:pt x="2037" y="1019"/>
                </a:cubicBezTo>
                <a:lnTo>
                  <a:pt x="2037" y="1019"/>
                </a:lnTo>
                <a:cubicBezTo>
                  <a:pt x="2037" y="1581"/>
                  <a:pt x="1581" y="2038"/>
                  <a:pt x="1018" y="2038"/>
                </a:cubicBezTo>
                <a:lnTo>
                  <a:pt x="1018" y="2038"/>
                </a:lnTo>
                <a:cubicBezTo>
                  <a:pt x="456" y="2038"/>
                  <a:pt x="0" y="1581"/>
                  <a:pt x="0" y="1019"/>
                </a:cubicBezTo>
                <a:lnTo>
                  <a:pt x="0" y="1019"/>
                </a:lnTo>
                <a:cubicBezTo>
                  <a:pt x="0" y="456"/>
                  <a:pt x="456" y="0"/>
                  <a:pt x="1018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2"/>
              <a:buFont typeface="Arial"/>
              <a:buNone/>
            </a:pPr>
            <a:r>
              <a:rPr lang="fr" sz="1600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Jak</a:t>
            </a:r>
            <a:endParaRPr sz="16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5">
            <a:extLst>
              <a:ext uri="{FF2B5EF4-FFF2-40B4-BE49-F238E27FC236}">
                <a16:creationId xmlns:a16="http://schemas.microsoft.com/office/drawing/2014/main" id="{A30D6789-86FE-6BEE-F234-0312928C3673}"/>
              </a:ext>
            </a:extLst>
          </p:cNvPr>
          <p:cNvSpPr/>
          <p:nvPr/>
        </p:nvSpPr>
        <p:spPr>
          <a:xfrm>
            <a:off x="8167096" y="2778942"/>
            <a:ext cx="4852800" cy="10158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l-PL" sz="2000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Opowiadamy historię przez kolejne zadania użytkownika, ich szczegóły itd.</a:t>
            </a:r>
            <a:endParaRPr sz="2000" i="0" u="none" strike="noStrike" cap="none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1" name="Google Shape;601;p55">
            <a:extLst>
              <a:ext uri="{FF2B5EF4-FFF2-40B4-BE49-F238E27FC236}">
                <a16:creationId xmlns:a16="http://schemas.microsoft.com/office/drawing/2014/main" id="{31635073-70A7-4E55-793D-2571481C0DB6}"/>
              </a:ext>
            </a:extLst>
          </p:cNvPr>
          <p:cNvSpPr/>
          <p:nvPr/>
        </p:nvSpPr>
        <p:spPr>
          <a:xfrm>
            <a:off x="6719887" y="4018687"/>
            <a:ext cx="1016132" cy="1015932"/>
          </a:xfrm>
          <a:custGeom>
            <a:avLst/>
            <a:gdLst/>
            <a:ahLst/>
            <a:cxnLst/>
            <a:rect l="l" t="t" r="r" b="b"/>
            <a:pathLst>
              <a:path w="2038" h="2039" extrusionOk="0">
                <a:moveTo>
                  <a:pt x="1018" y="0"/>
                </a:moveTo>
                <a:lnTo>
                  <a:pt x="1018" y="0"/>
                </a:lnTo>
                <a:cubicBezTo>
                  <a:pt x="1581" y="0"/>
                  <a:pt x="2037" y="456"/>
                  <a:pt x="2037" y="1019"/>
                </a:cubicBezTo>
                <a:lnTo>
                  <a:pt x="2037" y="1019"/>
                </a:lnTo>
                <a:cubicBezTo>
                  <a:pt x="2037" y="1582"/>
                  <a:pt x="1581" y="2038"/>
                  <a:pt x="1018" y="2038"/>
                </a:cubicBezTo>
                <a:lnTo>
                  <a:pt x="1018" y="2038"/>
                </a:lnTo>
                <a:cubicBezTo>
                  <a:pt x="456" y="2038"/>
                  <a:pt x="0" y="1582"/>
                  <a:pt x="0" y="1019"/>
                </a:cubicBezTo>
                <a:lnTo>
                  <a:pt x="0" y="1019"/>
                </a:lnTo>
                <a:cubicBezTo>
                  <a:pt x="0" y="456"/>
                  <a:pt x="456" y="0"/>
                  <a:pt x="101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2"/>
              <a:buFont typeface="Arial"/>
              <a:buNone/>
            </a:pPr>
            <a:r>
              <a:rPr lang="fr" sz="1600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Efekt</a:t>
            </a:r>
            <a:endParaRPr sz="16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5">
            <a:extLst>
              <a:ext uri="{FF2B5EF4-FFF2-40B4-BE49-F238E27FC236}">
                <a16:creationId xmlns:a16="http://schemas.microsoft.com/office/drawing/2014/main" id="{9FB7D145-688D-ECFD-85C5-64369A57FD7D}"/>
              </a:ext>
            </a:extLst>
          </p:cNvPr>
          <p:cNvSpPr/>
          <p:nvPr/>
        </p:nvSpPr>
        <p:spPr>
          <a:xfrm>
            <a:off x="8167096" y="4018693"/>
            <a:ext cx="4852800" cy="1015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" sz="2000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Posiadamy czytelną mapę określającą flow i zakres funkcji.</a:t>
            </a:r>
            <a:endParaRPr sz="1300" i="0" u="none" strike="noStrike" cap="none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3" name="Google Shape;603;p55">
            <a:extLst>
              <a:ext uri="{FF2B5EF4-FFF2-40B4-BE49-F238E27FC236}">
                <a16:creationId xmlns:a16="http://schemas.microsoft.com/office/drawing/2014/main" id="{D1EB6EBD-324D-B1BB-7DF9-7DF1CB222404}"/>
              </a:ext>
            </a:extLst>
          </p:cNvPr>
          <p:cNvSpPr/>
          <p:nvPr/>
        </p:nvSpPr>
        <p:spPr>
          <a:xfrm>
            <a:off x="7659017" y="2020828"/>
            <a:ext cx="510247" cy="26387"/>
          </a:xfrm>
          <a:custGeom>
            <a:avLst/>
            <a:gdLst/>
            <a:ahLst/>
            <a:cxnLst/>
            <a:rect l="l" t="t" r="r" b="b"/>
            <a:pathLst>
              <a:path w="1021" h="52" extrusionOk="0">
                <a:moveTo>
                  <a:pt x="1020" y="51"/>
                </a:moveTo>
                <a:lnTo>
                  <a:pt x="0" y="51"/>
                </a:lnTo>
                <a:lnTo>
                  <a:pt x="0" y="0"/>
                </a:lnTo>
                <a:lnTo>
                  <a:pt x="1020" y="0"/>
                </a:lnTo>
                <a:lnTo>
                  <a:pt x="1020" y="51"/>
                </a:lnTo>
              </a:path>
            </a:pathLst>
          </a:custGeom>
          <a:solidFill>
            <a:schemeClr val="bg2"/>
          </a:solidFill>
          <a:ln w="228600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0"/>
              <a:buFont typeface="Arial"/>
              <a:buNone/>
            </a:pPr>
            <a:endParaRPr sz="5030" b="0" i="0" u="none" strike="noStrike" cap="non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5">
            <a:extLst>
              <a:ext uri="{FF2B5EF4-FFF2-40B4-BE49-F238E27FC236}">
                <a16:creationId xmlns:a16="http://schemas.microsoft.com/office/drawing/2014/main" id="{4B309EF4-4D68-E01C-B849-CB3D5217D6E7}"/>
              </a:ext>
            </a:extLst>
          </p:cNvPr>
          <p:cNvSpPr/>
          <p:nvPr/>
        </p:nvSpPr>
        <p:spPr>
          <a:xfrm>
            <a:off x="7659017" y="3262726"/>
            <a:ext cx="510247" cy="26386"/>
          </a:xfrm>
          <a:custGeom>
            <a:avLst/>
            <a:gdLst/>
            <a:ahLst/>
            <a:cxnLst/>
            <a:rect l="l" t="t" r="r" b="b"/>
            <a:pathLst>
              <a:path w="1021" h="52" extrusionOk="0">
                <a:moveTo>
                  <a:pt x="1020" y="51"/>
                </a:moveTo>
                <a:lnTo>
                  <a:pt x="0" y="51"/>
                </a:lnTo>
                <a:lnTo>
                  <a:pt x="0" y="0"/>
                </a:lnTo>
                <a:lnTo>
                  <a:pt x="1020" y="0"/>
                </a:lnTo>
                <a:lnTo>
                  <a:pt x="1020" y="51"/>
                </a:lnTo>
              </a:path>
            </a:pathLst>
          </a:custGeom>
          <a:solidFill>
            <a:schemeClr val="accent2"/>
          </a:solidFill>
          <a:ln w="2286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0"/>
              <a:buFont typeface="Arial"/>
              <a:buNone/>
            </a:pPr>
            <a:endParaRPr sz="5030" b="0" i="0" u="none" strike="noStrike" cap="non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5">
            <a:extLst>
              <a:ext uri="{FF2B5EF4-FFF2-40B4-BE49-F238E27FC236}">
                <a16:creationId xmlns:a16="http://schemas.microsoft.com/office/drawing/2014/main" id="{9259E6A6-8AD6-2A49-EFDE-1F512614A75B}"/>
              </a:ext>
            </a:extLst>
          </p:cNvPr>
          <p:cNvSpPr/>
          <p:nvPr/>
        </p:nvSpPr>
        <p:spPr>
          <a:xfrm>
            <a:off x="7659017" y="4502425"/>
            <a:ext cx="510247" cy="26386"/>
          </a:xfrm>
          <a:custGeom>
            <a:avLst/>
            <a:gdLst/>
            <a:ahLst/>
            <a:cxnLst/>
            <a:rect l="l" t="t" r="r" b="b"/>
            <a:pathLst>
              <a:path w="1021" h="52" extrusionOk="0">
                <a:moveTo>
                  <a:pt x="1020" y="51"/>
                </a:moveTo>
                <a:lnTo>
                  <a:pt x="0" y="51"/>
                </a:lnTo>
                <a:lnTo>
                  <a:pt x="0" y="0"/>
                </a:lnTo>
                <a:lnTo>
                  <a:pt x="1020" y="0"/>
                </a:lnTo>
                <a:lnTo>
                  <a:pt x="1020" y="51"/>
                </a:lnTo>
              </a:path>
            </a:pathLst>
          </a:custGeom>
          <a:solidFill>
            <a:schemeClr val="bg1"/>
          </a:solidFill>
          <a:ln w="2286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0"/>
              <a:buFont typeface="Arial"/>
              <a:buNone/>
            </a:pPr>
            <a:endParaRPr sz="5030" b="0" i="0" u="none" strike="noStrike" cap="non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CAA3FC0-584F-E93F-BE51-1AF994171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100" y="3513779"/>
            <a:ext cx="4460010" cy="236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0122C1-544A-CACB-4D84-B6C96270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99" y="3299791"/>
            <a:ext cx="6975881" cy="1993184"/>
          </a:xfrm>
        </p:spPr>
        <p:txBody>
          <a:bodyPr/>
          <a:lstStyle/>
          <a:p>
            <a:r>
              <a:rPr lang="en-US" dirty="0"/>
              <a:t>AI Design Ideation</a:t>
            </a:r>
            <a:endParaRPr lang="pl-PL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3A38DCB5-553F-F81C-60A9-7AE97BD6BEE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pl-PL"/>
              <a:t>Definiowanie i generowanie rozwiązań</a:t>
            </a:r>
          </a:p>
        </p:txBody>
      </p:sp>
      <p:sp>
        <p:nvSpPr>
          <p:cNvPr id="6" name="Podtytuł 5">
            <a:extLst>
              <a:ext uri="{FF2B5EF4-FFF2-40B4-BE49-F238E27FC236}">
                <a16:creationId xmlns:a16="http://schemas.microsoft.com/office/drawing/2014/main" id="{10950212-AE13-8DBD-40BC-8DF432E23E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Czym wyróżnia się ten rodzaj narzędzi</a:t>
            </a:r>
          </a:p>
          <a:p>
            <a:r>
              <a:rPr lang="pl-PL"/>
              <a:t>Sposoby dokumentowania i komunikowania stylu wizualnego </a:t>
            </a:r>
          </a:p>
          <a:p>
            <a:r>
              <a:rPr lang="pl-PL"/>
              <a:t>Przykłady</a:t>
            </a:r>
          </a:p>
        </p:txBody>
      </p:sp>
    </p:spTree>
    <p:extLst>
      <p:ext uri="{BB962C8B-B14F-4D97-AF65-F5344CB8AC3E}">
        <p14:creationId xmlns:p14="http://schemas.microsoft.com/office/powerpoint/2010/main" val="178440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B3D9BB-40E3-A7F2-2D22-6F852F59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B2D8F2C4-33F8-411A-8598-F6DF838D26D6}"/>
              </a:ext>
            </a:extLst>
          </p:cNvPr>
          <p:cNvSpPr/>
          <p:nvPr/>
        </p:nvSpPr>
        <p:spPr>
          <a:xfrm>
            <a:off x="-1" y="0"/>
            <a:ext cx="13439775" cy="47741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Odcinek koła 10">
            <a:extLst>
              <a:ext uri="{FF2B5EF4-FFF2-40B4-BE49-F238E27FC236}">
                <a16:creationId xmlns:a16="http://schemas.microsoft.com/office/drawing/2014/main" id="{09D599E8-191D-6620-173C-F3EE9517A5CA}"/>
              </a:ext>
            </a:extLst>
          </p:cNvPr>
          <p:cNvSpPr/>
          <p:nvPr/>
        </p:nvSpPr>
        <p:spPr>
          <a:xfrm>
            <a:off x="-1085123" y="2699764"/>
            <a:ext cx="15738232" cy="3552093"/>
          </a:xfrm>
          <a:prstGeom prst="chord">
            <a:avLst>
              <a:gd name="adj1" fmla="val 18657"/>
              <a:gd name="adj2" fmla="val 108124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C6F4DE7-BE13-08D3-46BB-522A4ECCC086}"/>
              </a:ext>
            </a:extLst>
          </p:cNvPr>
          <p:cNvSpPr txBox="1"/>
          <p:nvPr/>
        </p:nvSpPr>
        <p:spPr>
          <a:xfrm>
            <a:off x="920240" y="1066061"/>
            <a:ext cx="3053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Design / Ideation</a:t>
            </a:r>
          </a:p>
          <a:p>
            <a:pPr algn="ctr"/>
            <a:r>
              <a:rPr lang="pl-PL" sz="2000">
                <a:latin typeface="Lora" pitchFamily="2" charset="0"/>
              </a:rPr>
              <a:t>Pomysły wizualne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A9205E1-F7A8-FE59-8B5B-E3FEA7B7053B}"/>
              </a:ext>
            </a:extLst>
          </p:cNvPr>
          <p:cNvSpPr txBox="1"/>
          <p:nvPr/>
        </p:nvSpPr>
        <p:spPr>
          <a:xfrm>
            <a:off x="5193304" y="1066061"/>
            <a:ext cx="3053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 Builder</a:t>
            </a:r>
          </a:p>
          <a:p>
            <a:pPr algn="ctr"/>
            <a:r>
              <a:rPr lang="pl-PL" sz="2000">
                <a:latin typeface="Lora" pitchFamily="2" charset="0"/>
              </a:rPr>
              <a:t>Potężne i łatwe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C86C06D-26E7-54A7-B41A-3E4D6B9BCD19}"/>
              </a:ext>
            </a:extLst>
          </p:cNvPr>
          <p:cNvSpPr txBox="1"/>
          <p:nvPr/>
        </p:nvSpPr>
        <p:spPr>
          <a:xfrm>
            <a:off x="9466368" y="1066061"/>
            <a:ext cx="3053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Agentic tools</a:t>
            </a:r>
          </a:p>
          <a:p>
            <a:pPr algn="ctr"/>
            <a:r>
              <a:rPr lang="pl-PL" sz="2000">
                <a:latin typeface="Lora" pitchFamily="2" charset="0"/>
              </a:rPr>
              <a:t>Największa kontrola</a:t>
            </a:r>
          </a:p>
        </p:txBody>
      </p:sp>
      <p:pic>
        <p:nvPicPr>
          <p:cNvPr id="2050" name="Picture 2" descr="Magic Path: UI Design's Cursor Moment - by Meng Li">
            <a:extLst>
              <a:ext uri="{FF2B5EF4-FFF2-40B4-BE49-F238E27FC236}">
                <a16:creationId xmlns:a16="http://schemas.microsoft.com/office/drawing/2014/main" id="{7F4DA12E-1855-126C-D939-70591D56C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24" y="3464840"/>
            <a:ext cx="1905001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izard Raises $15M in Series A Funding Led by Global ScaleUp Investor  Insight Partners">
            <a:extLst>
              <a:ext uri="{FF2B5EF4-FFF2-40B4-BE49-F238E27FC236}">
                <a16:creationId xmlns:a16="http://schemas.microsoft.com/office/drawing/2014/main" id="{A1D1F9C5-BC20-C855-5427-373BF98D7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292" y="2917047"/>
            <a:ext cx="1447067" cy="75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elcome - Magic Patterns">
            <a:extLst>
              <a:ext uri="{FF2B5EF4-FFF2-40B4-BE49-F238E27FC236}">
                <a16:creationId xmlns:a16="http://schemas.microsoft.com/office/drawing/2014/main" id="{C0735BD6-6485-9AFF-14AC-D8139CE02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480" y="4400013"/>
            <a:ext cx="2500685" cy="37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UX Pilot AI Reviews 2026: Details, Pricing, &amp; Features | G2">
            <a:extLst>
              <a:ext uri="{FF2B5EF4-FFF2-40B4-BE49-F238E27FC236}">
                <a16:creationId xmlns:a16="http://schemas.microsoft.com/office/drawing/2014/main" id="{E31AF732-0BA3-98A8-17F5-F21C68DEC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292" y="2190098"/>
            <a:ext cx="1702411" cy="89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erms &amp; Conditions">
            <a:extLst>
              <a:ext uri="{FF2B5EF4-FFF2-40B4-BE49-F238E27FC236}">
                <a16:creationId xmlns:a16="http://schemas.microsoft.com/office/drawing/2014/main" id="{3D158704-0054-2DDD-005F-1BD0CEF0E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585" y="4912617"/>
            <a:ext cx="1668774" cy="68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is v0? | v0 Docs">
            <a:extLst>
              <a:ext uri="{FF2B5EF4-FFF2-40B4-BE49-F238E27FC236}">
                <a16:creationId xmlns:a16="http://schemas.microsoft.com/office/drawing/2014/main" id="{8B82C750-68F0-524D-7194-693A1682F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02" y="3194846"/>
            <a:ext cx="571331" cy="57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vable Logo Free Download">
            <a:extLst>
              <a:ext uri="{FF2B5EF4-FFF2-40B4-BE49-F238E27FC236}">
                <a16:creationId xmlns:a16="http://schemas.microsoft.com/office/drawing/2014/main" id="{00187CB9-922E-E3D2-8B8B-4298286D3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180" y="1448023"/>
            <a:ext cx="2129604" cy="212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oogle AI Studio (@GoogleAIStudio) / Posts / X">
            <a:extLst>
              <a:ext uri="{FF2B5EF4-FFF2-40B4-BE49-F238E27FC236}">
                <a16:creationId xmlns:a16="http://schemas.microsoft.com/office/drawing/2014/main" id="{6DF814C6-F108-8963-8276-A1F31EEC6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480" y="4173222"/>
            <a:ext cx="453582" cy="45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8374A1A-A12F-88A3-1C48-2C9C0E4DCBB7}"/>
              </a:ext>
            </a:extLst>
          </p:cNvPr>
          <p:cNvSpPr txBox="1"/>
          <p:nvPr/>
        </p:nvSpPr>
        <p:spPr>
          <a:xfrm>
            <a:off x="6480102" y="4099237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AI Studio</a:t>
            </a:r>
          </a:p>
        </p:txBody>
      </p:sp>
      <p:pic>
        <p:nvPicPr>
          <p:cNvPr id="9" name="Picture 2" descr="Figma Logo and symbol, meaning, history, PNG, brand">
            <a:extLst>
              <a:ext uri="{FF2B5EF4-FFF2-40B4-BE49-F238E27FC236}">
                <a16:creationId xmlns:a16="http://schemas.microsoft.com/office/drawing/2014/main" id="{9D4D2967-A6E0-EA36-1054-0A263FE75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094" y="4853965"/>
            <a:ext cx="1087899" cy="6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A5B1F977-E5CF-9CBF-1B7F-EB07B56C71D4}"/>
              </a:ext>
            </a:extLst>
          </p:cNvPr>
          <p:cNvSpPr txBox="1"/>
          <p:nvPr/>
        </p:nvSpPr>
        <p:spPr>
          <a:xfrm>
            <a:off x="6765767" y="4908780"/>
            <a:ext cx="136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spc="-150">
                <a:latin typeface="Montserrat" pitchFamily="2" charset="0"/>
                <a:cs typeface="Poppins" pitchFamily="2" charset="0"/>
              </a:rPr>
              <a:t>Make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617CFFA-0144-A626-ECAA-E2B93E8635AF}"/>
              </a:ext>
            </a:extLst>
          </p:cNvPr>
          <p:cNvSpPr txBox="1"/>
          <p:nvPr/>
        </p:nvSpPr>
        <p:spPr>
          <a:xfrm>
            <a:off x="5242116" y="6686333"/>
            <a:ext cx="2955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  <a:cs typeface="Poppins" pitchFamily="2" charset="0"/>
              </a:rPr>
              <a:t>+ MCP, CLI, Skills</a:t>
            </a:r>
          </a:p>
        </p:txBody>
      </p:sp>
      <p:pic>
        <p:nvPicPr>
          <p:cNvPr id="2060" name="Picture 12" descr="Cursor · Download">
            <a:extLst>
              <a:ext uri="{FF2B5EF4-FFF2-40B4-BE49-F238E27FC236}">
                <a16:creationId xmlns:a16="http://schemas.microsoft.com/office/drawing/2014/main" id="{A9C8ECE0-36E0-3FD8-F366-E3D997D0D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0203" y="2524299"/>
            <a:ext cx="676574" cy="67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laude Code AI - Terminal-based coding assistant">
            <a:extLst>
              <a:ext uri="{FF2B5EF4-FFF2-40B4-BE49-F238E27FC236}">
                <a16:creationId xmlns:a16="http://schemas.microsoft.com/office/drawing/2014/main" id="{C5EEE072-4493-7425-1D5C-3521F5F2E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9001" y="5004046"/>
            <a:ext cx="1087899" cy="83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oogle Antigravity AI - Google's agentic development platform">
            <a:extLst>
              <a:ext uri="{FF2B5EF4-FFF2-40B4-BE49-F238E27FC236}">
                <a16:creationId xmlns:a16="http://schemas.microsoft.com/office/drawing/2014/main" id="{7785F74E-1501-E91A-4F9B-850E68D49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604" y="4219385"/>
            <a:ext cx="1060212" cy="81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Visual Studio Code - Wikipedia">
            <a:extLst>
              <a:ext uri="{FF2B5EF4-FFF2-40B4-BE49-F238E27FC236}">
                <a16:creationId xmlns:a16="http://schemas.microsoft.com/office/drawing/2014/main" id="{028267A8-4D32-BFDC-E93D-AAED639FF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667" y="3446400"/>
            <a:ext cx="538086" cy="53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titch by Google (@stitchbygoogle) / Posts / X">
            <a:extLst>
              <a:ext uri="{FF2B5EF4-FFF2-40B4-BE49-F238E27FC236}">
                <a16:creationId xmlns:a16="http://schemas.microsoft.com/office/drawing/2014/main" id="{3A40E526-BF0F-A54B-66E6-AAADD8334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895" y="5677492"/>
            <a:ext cx="489960" cy="4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3ADEB23-4F32-C8D8-11A0-637673C2DA70}"/>
              </a:ext>
            </a:extLst>
          </p:cNvPr>
          <p:cNvSpPr txBox="1"/>
          <p:nvPr/>
        </p:nvSpPr>
        <p:spPr>
          <a:xfrm>
            <a:off x="2189252" y="5630084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Stitch</a:t>
            </a:r>
          </a:p>
        </p:txBody>
      </p:sp>
    </p:spTree>
    <p:extLst>
      <p:ext uri="{BB962C8B-B14F-4D97-AF65-F5344CB8AC3E}">
        <p14:creationId xmlns:p14="http://schemas.microsoft.com/office/powerpoint/2010/main" val="3704494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EA0850-3C7B-34A8-19EE-1BEE5E34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kąt 22">
            <a:extLst>
              <a:ext uri="{FF2B5EF4-FFF2-40B4-BE49-F238E27FC236}">
                <a16:creationId xmlns:a16="http://schemas.microsoft.com/office/drawing/2014/main" id="{378BE18E-21CB-5EAD-15C9-902AD772DB29}"/>
              </a:ext>
            </a:extLst>
          </p:cNvPr>
          <p:cNvSpPr/>
          <p:nvPr/>
        </p:nvSpPr>
        <p:spPr>
          <a:xfrm>
            <a:off x="0" y="3064076"/>
            <a:ext cx="12419187" cy="1056511"/>
          </a:xfrm>
          <a:prstGeom prst="rect">
            <a:avLst/>
          </a:prstGeom>
          <a:solidFill>
            <a:srgbClr val="ED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3BEE26E-2845-ED79-DE45-0D38E016C1FA}"/>
              </a:ext>
            </a:extLst>
          </p:cNvPr>
          <p:cNvSpPr txBox="1"/>
          <p:nvPr/>
        </p:nvSpPr>
        <p:spPr>
          <a:xfrm>
            <a:off x="787077" y="753544"/>
            <a:ext cx="33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Design Ideation</a:t>
            </a:r>
          </a:p>
          <a:p>
            <a:pPr algn="ctr"/>
            <a:r>
              <a:rPr lang="pl-PL">
                <a:latin typeface="Lora" pitchFamily="2" charset="0"/>
              </a:rPr>
              <a:t>Projektowanie UI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Wygodne do eksploracji wizualnych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B1E598A-E839-C3CC-F47D-747AF40A4232}"/>
              </a:ext>
            </a:extLst>
          </p:cNvPr>
          <p:cNvSpPr txBox="1"/>
          <p:nvPr/>
        </p:nvSpPr>
        <p:spPr>
          <a:xfrm>
            <a:off x="4893647" y="753544"/>
            <a:ext cx="3532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 Builder</a:t>
            </a:r>
          </a:p>
          <a:p>
            <a:pPr algn="ctr"/>
            <a:r>
              <a:rPr lang="pl-PL">
                <a:latin typeface="Lora" pitchFamily="2" charset="0"/>
              </a:rPr>
              <a:t>Działające prototypy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Łatwe i potężne (kod, logika, integracje)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16B3C22-53CE-F04F-7A10-BCC2C1F7327C}"/>
              </a:ext>
            </a:extLst>
          </p:cNvPr>
          <p:cNvSpPr txBox="1"/>
          <p:nvPr/>
        </p:nvSpPr>
        <p:spPr>
          <a:xfrm>
            <a:off x="9466368" y="753544"/>
            <a:ext cx="3053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Agentic tools</a:t>
            </a:r>
          </a:p>
          <a:p>
            <a:pPr algn="ctr"/>
            <a:r>
              <a:rPr lang="pl-PL">
                <a:latin typeface="Lora" pitchFamily="2" charset="0"/>
              </a:rPr>
              <a:t>Działające produkty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Największa kontrola</a:t>
            </a:r>
          </a:p>
        </p:txBody>
      </p:sp>
      <p:pic>
        <p:nvPicPr>
          <p:cNvPr id="2056" name="Picture 8" descr="UX Pilot AI Reviews 2026: Details, Pricing, &amp; Features | G2">
            <a:extLst>
              <a:ext uri="{FF2B5EF4-FFF2-40B4-BE49-F238E27FC236}">
                <a16:creationId xmlns:a16="http://schemas.microsoft.com/office/drawing/2014/main" id="{2EEF13D8-3FA1-E4D7-09DC-36DB8A3B5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380" y="2107788"/>
            <a:ext cx="1189863" cy="62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is v0? | v0 Docs">
            <a:extLst>
              <a:ext uri="{FF2B5EF4-FFF2-40B4-BE49-F238E27FC236}">
                <a16:creationId xmlns:a16="http://schemas.microsoft.com/office/drawing/2014/main" id="{50291C0C-9E59-684C-CE47-4F49A1F88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980" y="2077554"/>
            <a:ext cx="571331" cy="57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vable Logo Free Download">
            <a:extLst>
              <a:ext uri="{FF2B5EF4-FFF2-40B4-BE49-F238E27FC236}">
                <a16:creationId xmlns:a16="http://schemas.microsoft.com/office/drawing/2014/main" id="{777A7FFF-F68E-6BF7-846B-80E4B3165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228" y="1514947"/>
            <a:ext cx="1586781" cy="158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oogle AI Studio (@GoogleAIStudio) / Posts / X">
            <a:extLst>
              <a:ext uri="{FF2B5EF4-FFF2-40B4-BE49-F238E27FC236}">
                <a16:creationId xmlns:a16="http://schemas.microsoft.com/office/drawing/2014/main" id="{36DBAA9F-7243-007A-1E49-0CB19A9C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545" y="3325594"/>
            <a:ext cx="453582" cy="45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00A10B3-ADE1-5CBA-271C-AEE7765305F2}"/>
              </a:ext>
            </a:extLst>
          </p:cNvPr>
          <p:cNvSpPr txBox="1"/>
          <p:nvPr/>
        </p:nvSpPr>
        <p:spPr>
          <a:xfrm>
            <a:off x="6417167" y="3251609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AI Studio</a:t>
            </a:r>
          </a:p>
        </p:txBody>
      </p:sp>
      <p:pic>
        <p:nvPicPr>
          <p:cNvPr id="9" name="Picture 2" descr="Figma Logo and symbol, meaning, history, PNG, brand">
            <a:extLst>
              <a:ext uri="{FF2B5EF4-FFF2-40B4-BE49-F238E27FC236}">
                <a16:creationId xmlns:a16="http://schemas.microsoft.com/office/drawing/2014/main" id="{2B4371CB-1857-791D-6777-025E23C9C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787" y="2146669"/>
            <a:ext cx="892852" cy="50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18827CAE-DE8F-14B4-53D8-FF3F43E8F699}"/>
              </a:ext>
            </a:extLst>
          </p:cNvPr>
          <p:cNvSpPr txBox="1"/>
          <p:nvPr/>
        </p:nvSpPr>
        <p:spPr>
          <a:xfrm>
            <a:off x="8162926" y="2187792"/>
            <a:ext cx="1001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spc="-150">
                <a:latin typeface="Montserrat" pitchFamily="2" charset="0"/>
                <a:cs typeface="Poppins" pitchFamily="2" charset="0"/>
              </a:rPr>
              <a:t>Make</a:t>
            </a:r>
          </a:p>
        </p:txBody>
      </p:sp>
      <p:pic>
        <p:nvPicPr>
          <p:cNvPr id="2060" name="Picture 12" descr="Cursor · Download">
            <a:extLst>
              <a:ext uri="{FF2B5EF4-FFF2-40B4-BE49-F238E27FC236}">
                <a16:creationId xmlns:a16="http://schemas.microsoft.com/office/drawing/2014/main" id="{4EC190C6-9A9B-0AAE-AB46-241DB26B4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627" y="2200015"/>
            <a:ext cx="571332" cy="57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laude Code AI - Terminal-based coding assistant">
            <a:extLst>
              <a:ext uri="{FF2B5EF4-FFF2-40B4-BE49-F238E27FC236}">
                <a16:creationId xmlns:a16="http://schemas.microsoft.com/office/drawing/2014/main" id="{0C6E6380-A604-6EFB-0394-AF265CC5B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959" y="4225524"/>
            <a:ext cx="1087899" cy="83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oogle Antigravity AI - Google's agentic development platform">
            <a:extLst>
              <a:ext uri="{FF2B5EF4-FFF2-40B4-BE49-F238E27FC236}">
                <a16:creationId xmlns:a16="http://schemas.microsoft.com/office/drawing/2014/main" id="{A31DD064-65FB-E826-B2B9-1D4FE7E48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926" y="3721530"/>
            <a:ext cx="728346" cy="55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Visual Studio Code - Wikipedia">
            <a:extLst>
              <a:ext uri="{FF2B5EF4-FFF2-40B4-BE49-F238E27FC236}">
                <a16:creationId xmlns:a16="http://schemas.microsoft.com/office/drawing/2014/main" id="{A3EA726B-EC4F-07D9-0344-4BFADC702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7879" y="2901856"/>
            <a:ext cx="324441" cy="32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titch by Google (@stitchbygoogle) / Posts / X">
            <a:extLst>
              <a:ext uri="{FF2B5EF4-FFF2-40B4-BE49-F238E27FC236}">
                <a16:creationId xmlns:a16="http://schemas.microsoft.com/office/drawing/2014/main" id="{CDCDFB01-BA61-EACA-89B6-68839C777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429" y="3299017"/>
            <a:ext cx="489960" cy="4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17BEF9B-CB08-D837-CFA2-6BF8FF9CD88F}"/>
              </a:ext>
            </a:extLst>
          </p:cNvPr>
          <p:cNvSpPr txBox="1"/>
          <p:nvPr/>
        </p:nvSpPr>
        <p:spPr>
          <a:xfrm>
            <a:off x="2383786" y="3251609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Stitch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9E50A3B-0D48-E72B-2D60-6287E8894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036" y="4225524"/>
            <a:ext cx="408757" cy="40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Cursor · Download">
            <a:extLst>
              <a:ext uri="{FF2B5EF4-FFF2-40B4-BE49-F238E27FC236}">
                <a16:creationId xmlns:a16="http://schemas.microsoft.com/office/drawing/2014/main" id="{D8BBF06E-C6E8-D1F0-3872-79A4FA28E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405" y="3364866"/>
            <a:ext cx="367388" cy="3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Figma Logo and symbol, meaning, history, PNG, brand">
            <a:extLst>
              <a:ext uri="{FF2B5EF4-FFF2-40B4-BE49-F238E27FC236}">
                <a16:creationId xmlns:a16="http://schemas.microsoft.com/office/drawing/2014/main" id="{8D59C0AC-7D16-F5A4-009E-126135041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058" y="5968586"/>
            <a:ext cx="1087899" cy="6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oogle Gemini Logo, symbol, meaning, history, PNG, brand">
            <a:extLst>
              <a:ext uri="{FF2B5EF4-FFF2-40B4-BE49-F238E27FC236}">
                <a16:creationId xmlns:a16="http://schemas.microsoft.com/office/drawing/2014/main" id="{521EE771-3852-58E9-A432-1F1E1A3AA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7592" y="3251609"/>
            <a:ext cx="1135116" cy="63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67B2D6B7-CBDB-6FC3-8A5B-154F8EC5292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83491" y="2176217"/>
            <a:ext cx="624810" cy="611927"/>
          </a:xfrm>
          <a:prstGeom prst="rect">
            <a:avLst/>
          </a:prstGeom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3524017-68D8-6086-CB2F-EF6F718CA2B0}"/>
              </a:ext>
            </a:extLst>
          </p:cNvPr>
          <p:cNvSpPr txBox="1"/>
          <p:nvPr/>
        </p:nvSpPr>
        <p:spPr>
          <a:xfrm>
            <a:off x="11308301" y="2222293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OpenAI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Codex</a:t>
            </a: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60F3995F-222F-0319-43D7-5C7F176D9F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97764" y="4413316"/>
            <a:ext cx="1890543" cy="482692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A2F543F-569A-A8C8-21ED-274E55898935}"/>
              </a:ext>
            </a:extLst>
          </p:cNvPr>
          <p:cNvSpPr txBox="1"/>
          <p:nvPr/>
        </p:nvSpPr>
        <p:spPr>
          <a:xfrm>
            <a:off x="12419187" y="2346357"/>
            <a:ext cx="10602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050">
                <a:latin typeface="Lora" pitchFamily="2" charset="0"/>
              </a:rPr>
              <a:t>+ środowisko </a:t>
            </a:r>
            <a:br>
              <a:rPr lang="pl-PL" sz="1050">
                <a:latin typeface="Lora" pitchFamily="2" charset="0"/>
              </a:rPr>
            </a:br>
            <a:r>
              <a:rPr lang="pl-PL" sz="1050">
                <a:latin typeface="Lora" pitchFamily="2" charset="0"/>
              </a:rPr>
              <a:t>pracy:</a:t>
            </a:r>
          </a:p>
        </p:txBody>
      </p:sp>
      <p:sp>
        <p:nvSpPr>
          <p:cNvPr id="21" name="Dowolny kształt 20">
            <a:extLst>
              <a:ext uri="{FF2B5EF4-FFF2-40B4-BE49-F238E27FC236}">
                <a16:creationId xmlns:a16="http://schemas.microsoft.com/office/drawing/2014/main" id="{D23F14B6-3D8A-BD9F-5225-22AB42EC6431}"/>
              </a:ext>
            </a:extLst>
          </p:cNvPr>
          <p:cNvSpPr/>
          <p:nvPr/>
        </p:nvSpPr>
        <p:spPr>
          <a:xfrm rot="6474006" flipH="1">
            <a:off x="4301992" y="4268495"/>
            <a:ext cx="320489" cy="3027974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Nawias zamykający 21">
            <a:extLst>
              <a:ext uri="{FF2B5EF4-FFF2-40B4-BE49-F238E27FC236}">
                <a16:creationId xmlns:a16="http://schemas.microsoft.com/office/drawing/2014/main" id="{5157EEE4-64C6-53FA-48CC-2D456E548B80}"/>
              </a:ext>
            </a:extLst>
          </p:cNvPr>
          <p:cNvSpPr/>
          <p:nvPr/>
        </p:nvSpPr>
        <p:spPr>
          <a:xfrm>
            <a:off x="12381390" y="2132369"/>
            <a:ext cx="75594" cy="298408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4" name="Dowolny kształt 23">
            <a:extLst>
              <a:ext uri="{FF2B5EF4-FFF2-40B4-BE49-F238E27FC236}">
                <a16:creationId xmlns:a16="http://schemas.microsoft.com/office/drawing/2014/main" id="{309ABD42-3999-2B8C-8AB0-2FFD32429CA9}"/>
              </a:ext>
            </a:extLst>
          </p:cNvPr>
          <p:cNvSpPr/>
          <p:nvPr/>
        </p:nvSpPr>
        <p:spPr>
          <a:xfrm rot="10569043" flipH="1">
            <a:off x="6602276" y="4934115"/>
            <a:ext cx="65954" cy="1054464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Dowolny kształt 24">
            <a:extLst>
              <a:ext uri="{FF2B5EF4-FFF2-40B4-BE49-F238E27FC236}">
                <a16:creationId xmlns:a16="http://schemas.microsoft.com/office/drawing/2014/main" id="{132C4432-4EC4-FB1C-D98B-6DCC42885E70}"/>
              </a:ext>
            </a:extLst>
          </p:cNvPr>
          <p:cNvSpPr/>
          <p:nvPr/>
        </p:nvSpPr>
        <p:spPr>
          <a:xfrm rot="15284989">
            <a:off x="8782210" y="4261450"/>
            <a:ext cx="318727" cy="3222269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078" name="Picture 6" descr="Pencil – Design on canvas. Land in code.">
            <a:extLst>
              <a:ext uri="{FF2B5EF4-FFF2-40B4-BE49-F238E27FC236}">
                <a16:creationId xmlns:a16="http://schemas.microsoft.com/office/drawing/2014/main" id="{91928BA2-77DD-2A22-86F1-5F405D4EB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254" y="6861570"/>
            <a:ext cx="487718" cy="48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Dowolny kształt 25">
            <a:extLst>
              <a:ext uri="{FF2B5EF4-FFF2-40B4-BE49-F238E27FC236}">
                <a16:creationId xmlns:a16="http://schemas.microsoft.com/office/drawing/2014/main" id="{2ECB3ABD-5B86-36A8-EB27-50E7A8EBE275}"/>
              </a:ext>
            </a:extLst>
          </p:cNvPr>
          <p:cNvSpPr/>
          <p:nvPr/>
        </p:nvSpPr>
        <p:spPr>
          <a:xfrm rot="14694038">
            <a:off x="8993426" y="4711034"/>
            <a:ext cx="759062" cy="3222269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7" name="Picture 4" descr="Uizard Raises $15M in Series A Funding Led by Global ScaleUp Investor  Insight Partners">
            <a:extLst>
              <a:ext uri="{FF2B5EF4-FFF2-40B4-BE49-F238E27FC236}">
                <a16:creationId xmlns:a16="http://schemas.microsoft.com/office/drawing/2014/main" id="{0F2FABCD-A698-4851-8F20-329E8E06A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256" y="2084321"/>
            <a:ext cx="1186128" cy="62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342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98F8-4A7E-CF34-F3E7-FADE5904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kąt 22">
            <a:extLst>
              <a:ext uri="{FF2B5EF4-FFF2-40B4-BE49-F238E27FC236}">
                <a16:creationId xmlns:a16="http://schemas.microsoft.com/office/drawing/2014/main" id="{82690277-3A20-C551-3C97-FF79F67F53C4}"/>
              </a:ext>
            </a:extLst>
          </p:cNvPr>
          <p:cNvSpPr/>
          <p:nvPr/>
        </p:nvSpPr>
        <p:spPr>
          <a:xfrm>
            <a:off x="0" y="4753978"/>
            <a:ext cx="12419187" cy="1056511"/>
          </a:xfrm>
          <a:prstGeom prst="rect">
            <a:avLst/>
          </a:prstGeom>
          <a:solidFill>
            <a:srgbClr val="ED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1D57929-5C69-7717-486A-039D82488C5C}"/>
              </a:ext>
            </a:extLst>
          </p:cNvPr>
          <p:cNvSpPr txBox="1"/>
          <p:nvPr/>
        </p:nvSpPr>
        <p:spPr>
          <a:xfrm>
            <a:off x="950565" y="2443446"/>
            <a:ext cx="33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Design Ideation</a:t>
            </a:r>
          </a:p>
          <a:p>
            <a:pPr algn="ctr"/>
            <a:r>
              <a:rPr lang="pl-PL">
                <a:latin typeface="Lora" pitchFamily="2" charset="0"/>
              </a:rPr>
              <a:t>Projektowanie UI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Wygodne do eksploracji wizualnych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168FDE6-10F0-F45A-990C-74333C63A06B}"/>
              </a:ext>
            </a:extLst>
          </p:cNvPr>
          <p:cNvSpPr txBox="1"/>
          <p:nvPr/>
        </p:nvSpPr>
        <p:spPr>
          <a:xfrm>
            <a:off x="4893647" y="2443446"/>
            <a:ext cx="3532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 Builder</a:t>
            </a:r>
          </a:p>
          <a:p>
            <a:pPr algn="ctr"/>
            <a:r>
              <a:rPr lang="pl-PL">
                <a:latin typeface="Lora" pitchFamily="2" charset="0"/>
              </a:rPr>
              <a:t>Działające prototypy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Łatwe i potężne (kod, logika, integracje)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D4DDDAF-CAB6-9D39-1264-9E723C6D264F}"/>
              </a:ext>
            </a:extLst>
          </p:cNvPr>
          <p:cNvSpPr txBox="1"/>
          <p:nvPr/>
        </p:nvSpPr>
        <p:spPr>
          <a:xfrm>
            <a:off x="9156907" y="2448024"/>
            <a:ext cx="3053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Agentic tools</a:t>
            </a:r>
          </a:p>
          <a:p>
            <a:pPr algn="ctr"/>
            <a:r>
              <a:rPr lang="pl-PL">
                <a:latin typeface="Lora" pitchFamily="2" charset="0"/>
              </a:rPr>
              <a:t>Działające produkty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Największa kontrola</a:t>
            </a:r>
          </a:p>
        </p:txBody>
      </p:sp>
      <p:pic>
        <p:nvPicPr>
          <p:cNvPr id="5" name="Picture 2" descr="What is v0? | v0 Docs">
            <a:extLst>
              <a:ext uri="{FF2B5EF4-FFF2-40B4-BE49-F238E27FC236}">
                <a16:creationId xmlns:a16="http://schemas.microsoft.com/office/drawing/2014/main" id="{96279F68-C30B-AEC3-B048-E87A87867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980" y="3767456"/>
            <a:ext cx="571331" cy="57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vable Logo Free Download">
            <a:extLst>
              <a:ext uri="{FF2B5EF4-FFF2-40B4-BE49-F238E27FC236}">
                <a16:creationId xmlns:a16="http://schemas.microsoft.com/office/drawing/2014/main" id="{65A106D4-C3A4-8625-C9E8-8CEBF743E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228" y="3204849"/>
            <a:ext cx="1586781" cy="158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oogle AI Studio (@GoogleAIStudio) / Posts / X">
            <a:extLst>
              <a:ext uri="{FF2B5EF4-FFF2-40B4-BE49-F238E27FC236}">
                <a16:creationId xmlns:a16="http://schemas.microsoft.com/office/drawing/2014/main" id="{241C2699-93C2-AFC6-C277-0B6EB8EC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545" y="5015496"/>
            <a:ext cx="453582" cy="45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93F7F5A-3165-BB1A-986B-B8CC93D0B239}"/>
              </a:ext>
            </a:extLst>
          </p:cNvPr>
          <p:cNvSpPr txBox="1"/>
          <p:nvPr/>
        </p:nvSpPr>
        <p:spPr>
          <a:xfrm>
            <a:off x="6417167" y="4941511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AI Studio</a:t>
            </a:r>
          </a:p>
        </p:txBody>
      </p:sp>
      <p:pic>
        <p:nvPicPr>
          <p:cNvPr id="9" name="Picture 2" descr="Figma Logo and symbol, meaning, history, PNG, brand">
            <a:extLst>
              <a:ext uri="{FF2B5EF4-FFF2-40B4-BE49-F238E27FC236}">
                <a16:creationId xmlns:a16="http://schemas.microsoft.com/office/drawing/2014/main" id="{1E79AD2D-7F27-B5A1-79EF-426DCAE73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787" y="3836571"/>
            <a:ext cx="892852" cy="50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5B0B78BC-1032-4E26-772D-AE06CD65568E}"/>
              </a:ext>
            </a:extLst>
          </p:cNvPr>
          <p:cNvSpPr txBox="1"/>
          <p:nvPr/>
        </p:nvSpPr>
        <p:spPr>
          <a:xfrm>
            <a:off x="8162926" y="3877694"/>
            <a:ext cx="1001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spc="-150">
                <a:latin typeface="Montserrat" pitchFamily="2" charset="0"/>
                <a:cs typeface="Poppins" pitchFamily="2" charset="0"/>
              </a:rPr>
              <a:t>Make</a:t>
            </a:r>
          </a:p>
        </p:txBody>
      </p:sp>
      <p:pic>
        <p:nvPicPr>
          <p:cNvPr id="2060" name="Picture 12" descr="Cursor · Download">
            <a:extLst>
              <a:ext uri="{FF2B5EF4-FFF2-40B4-BE49-F238E27FC236}">
                <a16:creationId xmlns:a16="http://schemas.microsoft.com/office/drawing/2014/main" id="{1A14DE88-2F12-28FB-E909-A14AD0B6C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3310" y="3894495"/>
            <a:ext cx="571332" cy="57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laude Code AI - Terminal-based coding assistant">
            <a:extLst>
              <a:ext uri="{FF2B5EF4-FFF2-40B4-BE49-F238E27FC236}">
                <a16:creationId xmlns:a16="http://schemas.microsoft.com/office/drawing/2014/main" id="{4CF03A66-6F2B-6CD6-DB72-93F64062F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4642" y="5920004"/>
            <a:ext cx="1087899" cy="83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oogle Antigravity AI - Google's agentic development platform">
            <a:extLst>
              <a:ext uri="{FF2B5EF4-FFF2-40B4-BE49-F238E27FC236}">
                <a16:creationId xmlns:a16="http://schemas.microsoft.com/office/drawing/2014/main" id="{6963EC76-01AE-266A-EBC1-48415268D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926" y="5411432"/>
            <a:ext cx="728346" cy="55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Visual Studio Code - Wikipedia">
            <a:extLst>
              <a:ext uri="{FF2B5EF4-FFF2-40B4-BE49-F238E27FC236}">
                <a16:creationId xmlns:a16="http://schemas.microsoft.com/office/drawing/2014/main" id="{31FE9AAE-319A-6E0B-6C06-EAF0383DB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7879" y="4591758"/>
            <a:ext cx="324441" cy="32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titch by Google (@stitchbygoogle) / Posts / X">
            <a:extLst>
              <a:ext uri="{FF2B5EF4-FFF2-40B4-BE49-F238E27FC236}">
                <a16:creationId xmlns:a16="http://schemas.microsoft.com/office/drawing/2014/main" id="{07B4203B-39A0-4786-BD9E-AD36572B8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917" y="4988919"/>
            <a:ext cx="489960" cy="4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8E70CD1-4BF7-033B-B26C-1C6E1299E8C6}"/>
              </a:ext>
            </a:extLst>
          </p:cNvPr>
          <p:cNvSpPr txBox="1"/>
          <p:nvPr/>
        </p:nvSpPr>
        <p:spPr>
          <a:xfrm>
            <a:off x="2547274" y="4941511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Stitch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7FEC45-1734-5AC4-52D9-E3E4FC350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036" y="5915426"/>
            <a:ext cx="408757" cy="40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Cursor · Download">
            <a:extLst>
              <a:ext uri="{FF2B5EF4-FFF2-40B4-BE49-F238E27FC236}">
                <a16:creationId xmlns:a16="http://schemas.microsoft.com/office/drawing/2014/main" id="{CF6E9116-193F-8AAD-18DF-6BD95F225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405" y="5054768"/>
            <a:ext cx="367388" cy="3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oogle Gemini Logo, symbol, meaning, history, PNG, brand">
            <a:extLst>
              <a:ext uri="{FF2B5EF4-FFF2-40B4-BE49-F238E27FC236}">
                <a16:creationId xmlns:a16="http://schemas.microsoft.com/office/drawing/2014/main" id="{4508A3D5-B283-6E77-610D-F8A424DB7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275" y="4946089"/>
            <a:ext cx="1135116" cy="63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1A2F88B2-DED7-610C-8130-42C52AD25D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2174" y="3870697"/>
            <a:ext cx="624810" cy="611927"/>
          </a:xfrm>
          <a:prstGeom prst="rect">
            <a:avLst/>
          </a:prstGeom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C4D93F9A-97A2-91F8-027B-94FD33EBB833}"/>
              </a:ext>
            </a:extLst>
          </p:cNvPr>
          <p:cNvSpPr txBox="1"/>
          <p:nvPr/>
        </p:nvSpPr>
        <p:spPr>
          <a:xfrm>
            <a:off x="11203672" y="3918340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OpenAI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Codex</a:t>
            </a: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D9099920-BBF4-C3B8-8DE2-75792C741A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61252" y="6103218"/>
            <a:ext cx="1890543" cy="482692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A0E0806C-1055-4253-D29F-88F0DB9D920E}"/>
              </a:ext>
            </a:extLst>
          </p:cNvPr>
          <p:cNvSpPr txBox="1"/>
          <p:nvPr/>
        </p:nvSpPr>
        <p:spPr>
          <a:xfrm>
            <a:off x="12419187" y="4036259"/>
            <a:ext cx="10602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050">
                <a:latin typeface="Lora" pitchFamily="2" charset="0"/>
              </a:rPr>
              <a:t>+ środowisko </a:t>
            </a:r>
            <a:br>
              <a:rPr lang="pl-PL" sz="1050">
                <a:latin typeface="Lora" pitchFamily="2" charset="0"/>
              </a:rPr>
            </a:br>
            <a:r>
              <a:rPr lang="pl-PL" sz="1050">
                <a:latin typeface="Lora" pitchFamily="2" charset="0"/>
              </a:rPr>
              <a:t>pracy:</a:t>
            </a:r>
          </a:p>
        </p:txBody>
      </p:sp>
      <p:sp>
        <p:nvSpPr>
          <p:cNvPr id="22" name="Nawias zamykający 21">
            <a:extLst>
              <a:ext uri="{FF2B5EF4-FFF2-40B4-BE49-F238E27FC236}">
                <a16:creationId xmlns:a16="http://schemas.microsoft.com/office/drawing/2014/main" id="{0F683AFC-0B79-0413-5BF7-62C4EFED4888}"/>
              </a:ext>
            </a:extLst>
          </p:cNvPr>
          <p:cNvSpPr/>
          <p:nvPr/>
        </p:nvSpPr>
        <p:spPr>
          <a:xfrm>
            <a:off x="12381390" y="3822271"/>
            <a:ext cx="75594" cy="298408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2" descr="Figma Logo and symbol, meaning, history, PNG, brand">
            <a:extLst>
              <a:ext uri="{FF2B5EF4-FFF2-40B4-BE49-F238E27FC236}">
                <a16:creationId xmlns:a16="http://schemas.microsoft.com/office/drawing/2014/main" id="{9771E654-80B5-6B6E-BDCD-42AFEE06E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030" y="537551"/>
            <a:ext cx="1087899" cy="6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Dowolny kształt 11">
            <a:extLst>
              <a:ext uri="{FF2B5EF4-FFF2-40B4-BE49-F238E27FC236}">
                <a16:creationId xmlns:a16="http://schemas.microsoft.com/office/drawing/2014/main" id="{F986D0A9-30C8-ED3A-E1D4-E0403184FDEF}"/>
              </a:ext>
            </a:extLst>
          </p:cNvPr>
          <p:cNvSpPr/>
          <p:nvPr/>
        </p:nvSpPr>
        <p:spPr>
          <a:xfrm rot="14695358" flipH="1">
            <a:off x="4114740" y="-81237"/>
            <a:ext cx="320489" cy="3027974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Dowolny kształt 12">
            <a:extLst>
              <a:ext uri="{FF2B5EF4-FFF2-40B4-BE49-F238E27FC236}">
                <a16:creationId xmlns:a16="http://schemas.microsoft.com/office/drawing/2014/main" id="{79B72577-BA61-CEDB-324D-22D712855295}"/>
              </a:ext>
            </a:extLst>
          </p:cNvPr>
          <p:cNvSpPr/>
          <p:nvPr/>
        </p:nvSpPr>
        <p:spPr>
          <a:xfrm rot="10569043" flipH="1">
            <a:off x="6497299" y="1180362"/>
            <a:ext cx="65954" cy="1054464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Dowolny kształt 26">
            <a:extLst>
              <a:ext uri="{FF2B5EF4-FFF2-40B4-BE49-F238E27FC236}">
                <a16:creationId xmlns:a16="http://schemas.microsoft.com/office/drawing/2014/main" id="{F417ECDC-5B63-BB8B-C3E1-CAE1E400438B}"/>
              </a:ext>
            </a:extLst>
          </p:cNvPr>
          <p:cNvSpPr/>
          <p:nvPr/>
        </p:nvSpPr>
        <p:spPr>
          <a:xfrm rot="6994820">
            <a:off x="8562216" y="-51675"/>
            <a:ext cx="318727" cy="3222269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8" name="Picture 6" descr="Pencil – Design on canvas. Land in code.">
            <a:extLst>
              <a:ext uri="{FF2B5EF4-FFF2-40B4-BE49-F238E27FC236}">
                <a16:creationId xmlns:a16="http://schemas.microsoft.com/office/drawing/2014/main" id="{0BB6C357-C1EB-C482-587C-9827A28B4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655" y="93212"/>
            <a:ext cx="487718" cy="48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Dowolny kształt 28">
            <a:extLst>
              <a:ext uri="{FF2B5EF4-FFF2-40B4-BE49-F238E27FC236}">
                <a16:creationId xmlns:a16="http://schemas.microsoft.com/office/drawing/2014/main" id="{61E0001C-D786-DB25-BB50-E2BC12F8F188}"/>
              </a:ext>
            </a:extLst>
          </p:cNvPr>
          <p:cNvSpPr/>
          <p:nvPr/>
        </p:nvSpPr>
        <p:spPr>
          <a:xfrm rot="8456813">
            <a:off x="9631340" y="129975"/>
            <a:ext cx="393171" cy="2231296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0" name="Picture 8" descr="UX Pilot AI Reviews 2026: Details, Pricing, &amp; Features | G2">
            <a:extLst>
              <a:ext uri="{FF2B5EF4-FFF2-40B4-BE49-F238E27FC236}">
                <a16:creationId xmlns:a16="http://schemas.microsoft.com/office/drawing/2014/main" id="{DF7E8C80-EA53-F5C4-EE95-E62957A00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68" y="3758110"/>
            <a:ext cx="1189863" cy="62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Uizard Raises $15M in Series A Funding Led by Global ScaleUp Investor  Insight Partners">
            <a:extLst>
              <a:ext uri="{FF2B5EF4-FFF2-40B4-BE49-F238E27FC236}">
                <a16:creationId xmlns:a16="http://schemas.microsoft.com/office/drawing/2014/main" id="{69403F95-F1AA-FA11-29DA-A7739A1CA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744" y="3734643"/>
            <a:ext cx="1186128" cy="62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744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8" grpId="0"/>
      <p:bldP spid="14" grpId="0"/>
      <p:bldP spid="20" grpId="0"/>
      <p:bldP spid="22" grpId="0" animBg="1"/>
      <p:bldP spid="12" grpId="0" animBg="1"/>
      <p:bldP spid="13" grpId="0" animBg="1"/>
      <p:bldP spid="27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3347-664A-F2D2-F994-B829B449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4122BF39-08D6-8D36-7E8A-7C575E558B46}"/>
              </a:ext>
            </a:extLst>
          </p:cNvPr>
          <p:cNvSpPr txBox="1"/>
          <p:nvPr/>
        </p:nvSpPr>
        <p:spPr>
          <a:xfrm>
            <a:off x="1058385" y="2443446"/>
            <a:ext cx="33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Design Ideation</a:t>
            </a:r>
          </a:p>
          <a:p>
            <a:pPr algn="ctr"/>
            <a:r>
              <a:rPr lang="pl-PL">
                <a:latin typeface="Lora" pitchFamily="2" charset="0"/>
              </a:rPr>
              <a:t>Projektowanie UI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Wygodne do eksploracji wizualnych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666FF05-4425-393F-46BE-311EF71E082D}"/>
              </a:ext>
            </a:extLst>
          </p:cNvPr>
          <p:cNvSpPr txBox="1"/>
          <p:nvPr/>
        </p:nvSpPr>
        <p:spPr>
          <a:xfrm>
            <a:off x="4953525" y="2443446"/>
            <a:ext cx="3532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  <a:t>AI  Builder</a:t>
            </a:r>
          </a:p>
          <a:p>
            <a:pPr algn="ctr"/>
            <a:r>
              <a:rPr lang="pl-PL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  <a:t>Działające prototypy</a:t>
            </a:r>
            <a:br>
              <a:rPr lang="pl-PL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</a:br>
            <a:r>
              <a:rPr lang="pl-PL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  <a:t>Łatwe i potężne (kod, logika, integracje)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16CD8A9-6010-EB97-4BB8-9F8D8CAE9954}"/>
              </a:ext>
            </a:extLst>
          </p:cNvPr>
          <p:cNvSpPr txBox="1"/>
          <p:nvPr/>
        </p:nvSpPr>
        <p:spPr>
          <a:xfrm>
            <a:off x="9085156" y="2444634"/>
            <a:ext cx="3053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  <a:t>Agentic tools</a:t>
            </a:r>
          </a:p>
          <a:p>
            <a:pPr algn="ctr"/>
            <a:r>
              <a:rPr lang="pl-PL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  <a:t>Działające produkty</a:t>
            </a:r>
            <a:br>
              <a:rPr lang="pl-PL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</a:br>
            <a:r>
              <a:rPr lang="pl-PL">
                <a:solidFill>
                  <a:schemeClr val="bg1">
                    <a:lumMod val="75000"/>
                  </a:schemeClr>
                </a:solidFill>
                <a:latin typeface="Lora" pitchFamily="2" charset="0"/>
              </a:rPr>
              <a:t>Największa kontrola</a:t>
            </a:r>
          </a:p>
        </p:txBody>
      </p:sp>
      <p:pic>
        <p:nvPicPr>
          <p:cNvPr id="1026" name="Picture 2" descr="Stitch by Google (@stitchbygoogle) / Posts / X">
            <a:extLst>
              <a:ext uri="{FF2B5EF4-FFF2-40B4-BE49-F238E27FC236}">
                <a16:creationId xmlns:a16="http://schemas.microsoft.com/office/drawing/2014/main" id="{5A473D91-5EB1-6776-7CCF-64E1BDA4C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013" y="4931045"/>
            <a:ext cx="489960" cy="4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93D8930-65F3-7516-84BC-A6A4C3479C62}"/>
              </a:ext>
            </a:extLst>
          </p:cNvPr>
          <p:cNvSpPr txBox="1"/>
          <p:nvPr/>
        </p:nvSpPr>
        <p:spPr>
          <a:xfrm>
            <a:off x="2620370" y="4883637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Stitch</a:t>
            </a: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CEAAFE59-ECB8-82D0-2CD2-E9546A19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348" y="6045344"/>
            <a:ext cx="1890543" cy="482692"/>
          </a:xfrm>
          <a:prstGeom prst="rect">
            <a:avLst/>
          </a:prstGeom>
        </p:spPr>
      </p:pic>
      <p:pic>
        <p:nvPicPr>
          <p:cNvPr id="30" name="Picture 8" descr="UX Pilot AI Reviews 2026: Details, Pricing, &amp; Features | G2">
            <a:extLst>
              <a:ext uri="{FF2B5EF4-FFF2-40B4-BE49-F238E27FC236}">
                <a16:creationId xmlns:a16="http://schemas.microsoft.com/office/drawing/2014/main" id="{ACFD22E2-A706-0930-1F1E-AD0CBAEE6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964" y="3700236"/>
            <a:ext cx="1189863" cy="62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Uizard Raises $15M in Series A Funding Led by Global ScaleUp Investor  Insight Partners">
            <a:extLst>
              <a:ext uri="{FF2B5EF4-FFF2-40B4-BE49-F238E27FC236}">
                <a16:creationId xmlns:a16="http://schemas.microsoft.com/office/drawing/2014/main" id="{F3B2BE00-D234-63FE-09D5-4329E9687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840" y="3676769"/>
            <a:ext cx="1186128" cy="62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681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676C-1067-18FF-D373-1E8CCF7E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9835141-816E-0E33-9C4D-8E66F01D590F}"/>
              </a:ext>
            </a:extLst>
          </p:cNvPr>
          <p:cNvSpPr txBox="1"/>
          <p:nvPr/>
        </p:nvSpPr>
        <p:spPr>
          <a:xfrm>
            <a:off x="743233" y="690463"/>
            <a:ext cx="9940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Sposoby dokumentowania i komunikowania stylu wizualnego 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4CE5775B-C122-D536-32AB-4E7B57E982C9}"/>
              </a:ext>
            </a:extLst>
          </p:cNvPr>
          <p:cNvSpPr/>
          <p:nvPr/>
        </p:nvSpPr>
        <p:spPr>
          <a:xfrm>
            <a:off x="-1" y="1934381"/>
            <a:ext cx="6719887" cy="2812647"/>
          </a:xfrm>
          <a:prstGeom prst="rect">
            <a:avLst/>
          </a:prstGeom>
          <a:solidFill>
            <a:srgbClr val="ED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Połączenie z Figmą</a:t>
            </a:r>
            <a:br>
              <a:rPr lang="pl-PL" sz="24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</a:br>
            <a:r>
              <a:rPr lang="pl-PL" sz="24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(eksport / MCP / code.to.design)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14D47C9-9952-0BCE-5241-4E8C2FE554C5}"/>
              </a:ext>
            </a:extLst>
          </p:cNvPr>
          <p:cNvSpPr/>
          <p:nvPr/>
        </p:nvSpPr>
        <p:spPr>
          <a:xfrm>
            <a:off x="6719886" y="4747028"/>
            <a:ext cx="6719887" cy="2812647"/>
          </a:xfrm>
          <a:prstGeom prst="rect">
            <a:avLst/>
          </a:prstGeom>
          <a:solidFill>
            <a:srgbClr val="ED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Design.md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D67C0165-B4A1-1118-3BFD-4487D8F183EA}"/>
              </a:ext>
            </a:extLst>
          </p:cNvPr>
          <p:cNvSpPr/>
          <p:nvPr/>
        </p:nvSpPr>
        <p:spPr>
          <a:xfrm>
            <a:off x="6719888" y="1934380"/>
            <a:ext cx="6719887" cy="28126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Opis tekstowy / screenshoty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7A3939F6-67E1-55E7-4A3D-C889EA49B96C}"/>
              </a:ext>
            </a:extLst>
          </p:cNvPr>
          <p:cNvSpPr/>
          <p:nvPr/>
        </p:nvSpPr>
        <p:spPr>
          <a:xfrm>
            <a:off x="-3" y="4747028"/>
            <a:ext cx="6719887" cy="28126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Eksport kodu</a:t>
            </a:r>
          </a:p>
        </p:txBody>
      </p:sp>
    </p:spTree>
    <p:extLst>
      <p:ext uri="{BB962C8B-B14F-4D97-AF65-F5344CB8AC3E}">
        <p14:creationId xmlns:p14="http://schemas.microsoft.com/office/powerpoint/2010/main" val="199015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ABF5B874-A5D0-B285-077B-DFC46993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A97B67F2-DB77-C9DC-FD09-31F6E0BF7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247" y="1284270"/>
            <a:ext cx="5639639" cy="119126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pl-PL"/>
              <a:t>Design Specs</a:t>
            </a: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53E97AE6-E1B0-2120-F1D5-5183AD01B06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22" y="226182"/>
            <a:ext cx="7275709" cy="2783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DEFINIOWANIE I GENEROWANIE ROZWIĄZAŃ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DE153212-8B44-C5C9-D62F-A002F5EC49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248" y="814151"/>
            <a:ext cx="6299835" cy="2981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/>
            <a:r>
              <a:rPr lang="pl-PL" sz="1000">
                <a:latin typeface="Poppins"/>
                <a:ea typeface="Poppins"/>
                <a:cs typeface="Poppins"/>
                <a:sym typeface="Poppins"/>
              </a:rPr>
              <a:t>Budowanie prototypu</a:t>
            </a:r>
          </a:p>
        </p:txBody>
      </p:sp>
      <p:sp>
        <p:nvSpPr>
          <p:cNvPr id="2" name="Google Shape;549;p51">
            <a:extLst>
              <a:ext uri="{FF2B5EF4-FFF2-40B4-BE49-F238E27FC236}">
                <a16:creationId xmlns:a16="http://schemas.microsoft.com/office/drawing/2014/main" id="{89BEF3F0-BA9C-7870-06C6-AA065F998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876" y="3838531"/>
            <a:ext cx="541090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3" name="Google Shape;550;p51">
            <a:extLst>
              <a:ext uri="{FF2B5EF4-FFF2-40B4-BE49-F238E27FC236}">
                <a16:creationId xmlns:a16="http://schemas.microsoft.com/office/drawing/2014/main" id="{121D5864-BDA5-69B2-7E62-511E46B8CA6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247" y="2227358"/>
            <a:ext cx="5249538" cy="61978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Jak określić styl dla aplikacji?</a:t>
            </a:r>
          </a:p>
        </p:txBody>
      </p:sp>
      <p:sp>
        <p:nvSpPr>
          <p:cNvPr id="6" name="Google Shape;549;p51">
            <a:extLst>
              <a:ext uri="{FF2B5EF4-FFF2-40B4-BE49-F238E27FC236}">
                <a16:creationId xmlns:a16="http://schemas.microsoft.com/office/drawing/2014/main" id="{A5529F75-729A-39E7-927F-61CD3EDE14B1}"/>
              </a:ext>
            </a:extLst>
          </p:cNvPr>
          <p:cNvSpPr txBox="1">
            <a:spLocks/>
          </p:cNvSpPr>
          <p:nvPr/>
        </p:nvSpPr>
        <p:spPr>
          <a:xfrm>
            <a:off x="918876" y="3230762"/>
            <a:ext cx="5249539" cy="3956305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1">
              <a:buSzPct val="100000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Poziom podstawowy: </a:t>
            </a:r>
            <a:br>
              <a:rPr lang="pl-PL" sz="1600">
                <a:latin typeface="Poppins Light" pitchFamily="2" charset="0"/>
                <a:cs typeface="Poppins Light" pitchFamily="2" charset="0"/>
              </a:rPr>
            </a:br>
            <a:r>
              <a:rPr lang="pl-PL" sz="1600">
                <a:latin typeface="Poppins Light" pitchFamily="2" charset="0"/>
                <a:cs typeface="Poppins Light" pitchFamily="2" charset="0"/>
              </a:rPr>
              <a:t>Razem z LLM (np. Claude), określ kluczowe cechy typografii, kolorystyki i stylu dla produktu.</a:t>
            </a:r>
          </a:p>
          <a:p>
            <a:pPr marL="152401">
              <a:buSzPct val="100000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 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EC0C199-C5EB-733F-65BD-F61939ED9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146" y="814151"/>
            <a:ext cx="3616771" cy="61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1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5">
          <a:extLst>
            <a:ext uri="{FF2B5EF4-FFF2-40B4-BE49-F238E27FC236}">
              <a16:creationId xmlns:a16="http://schemas.microsoft.com/office/drawing/2014/main" id="{18D2BE99-B34E-C85E-BB3A-513E5698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57;p55">
            <a:extLst>
              <a:ext uri="{FF2B5EF4-FFF2-40B4-BE49-F238E27FC236}">
                <a16:creationId xmlns:a16="http://schemas.microsoft.com/office/drawing/2014/main" id="{5F76A51E-21C7-C53B-0834-7B86EA8082F2}"/>
              </a:ext>
            </a:extLst>
          </p:cNvPr>
          <p:cNvSpPr txBox="1">
            <a:spLocks/>
          </p:cNvSpPr>
          <p:nvPr/>
        </p:nvSpPr>
        <p:spPr>
          <a:xfrm>
            <a:off x="907925" y="343263"/>
            <a:ext cx="1217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200"/>
              <a:t>Kod jako uniwersalny nośnik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838C89A-B981-E46D-0DFA-87AAC35E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519" y="1201933"/>
            <a:ext cx="6876568" cy="592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5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3577922F-D458-251E-53B3-85F4468F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EAA7080F-608A-BD1C-EB0C-320BD969F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247" y="1284270"/>
            <a:ext cx="5639639" cy="119126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pl-PL"/>
              <a:t>Design.md</a:t>
            </a: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E319FC07-A9D8-2F16-7E74-A63E3AB237B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22" y="226182"/>
            <a:ext cx="7275709" cy="2783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DEFINIOWANIE I GENEROWANIE ROZWIĄZAŃ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FE27D503-E8FC-3F12-40F0-E10547DE7E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248" y="814151"/>
            <a:ext cx="6299835" cy="2981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/>
            <a:r>
              <a:rPr lang="pl-PL" sz="1000">
                <a:latin typeface="Poppins"/>
                <a:ea typeface="Poppins"/>
                <a:cs typeface="Poppins"/>
                <a:sym typeface="Poppins"/>
              </a:rPr>
              <a:t>Budowanie prototypu</a:t>
            </a:r>
          </a:p>
        </p:txBody>
      </p:sp>
      <p:sp>
        <p:nvSpPr>
          <p:cNvPr id="2" name="Google Shape;549;p51">
            <a:extLst>
              <a:ext uri="{FF2B5EF4-FFF2-40B4-BE49-F238E27FC236}">
                <a16:creationId xmlns:a16="http://schemas.microsoft.com/office/drawing/2014/main" id="{A439444B-882A-CFA6-241B-D0DA0D68B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876" y="3838531"/>
            <a:ext cx="541090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3" name="Google Shape;550;p51">
            <a:extLst>
              <a:ext uri="{FF2B5EF4-FFF2-40B4-BE49-F238E27FC236}">
                <a16:creationId xmlns:a16="http://schemas.microsoft.com/office/drawing/2014/main" id="{112BD9E6-26ED-5F01-A178-AA0FF3444A3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247" y="2227358"/>
            <a:ext cx="5249538" cy="61978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Otwarty standard opisywania identyfikacji wizualnej, zaproponowany przez Google.</a:t>
            </a:r>
          </a:p>
        </p:txBody>
      </p:sp>
      <p:sp>
        <p:nvSpPr>
          <p:cNvPr id="6" name="Google Shape;549;p51">
            <a:extLst>
              <a:ext uri="{FF2B5EF4-FFF2-40B4-BE49-F238E27FC236}">
                <a16:creationId xmlns:a16="http://schemas.microsoft.com/office/drawing/2014/main" id="{70F7B685-A2EA-BAC7-D23A-5940A237F393}"/>
              </a:ext>
            </a:extLst>
          </p:cNvPr>
          <p:cNvSpPr txBox="1">
            <a:spLocks/>
          </p:cNvSpPr>
          <p:nvPr/>
        </p:nvSpPr>
        <p:spPr>
          <a:xfrm>
            <a:off x="918876" y="3466927"/>
            <a:ext cx="5249539" cy="372013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1">
              <a:buSzPct val="100000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Propozycja ustandaryzowania sposobu przenoszenia reguł identyfikacji wizualnej między narzędziami.</a:t>
            </a:r>
          </a:p>
          <a:p>
            <a:pPr marL="152401">
              <a:buSzPct val="100000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Design tokens – wytyczne dla agentów kodujących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Opis tekstowy – uzasadnienie dla ludzi i maszyn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Design.md może dla Ciebie stworzyć automat!</a:t>
            </a:r>
          </a:p>
          <a:p>
            <a:pPr marL="152401">
              <a:buSzPct val="100000"/>
            </a:pPr>
            <a:r>
              <a:rPr lang="pl-PL" sz="1600">
                <a:latin typeface="Poppins Light" pitchFamily="2" charset="0"/>
                <a:cs typeface="Poppins Light" pitchFamily="2" charset="0"/>
                <a:hlinkClick r:id="rId3"/>
              </a:rPr>
              <a:t>https://github.com/google-labs-code/design.md</a:t>
            </a:r>
            <a:r>
              <a:rPr lang="pl-PL" sz="1600">
                <a:latin typeface="Poppins Light" pitchFamily="2" charset="0"/>
                <a:cs typeface="Poppins Light" pitchFamily="2" charset="0"/>
              </a:rPr>
              <a:t> </a:t>
            </a:r>
          </a:p>
          <a:p>
            <a:pPr marL="152401">
              <a:buSzPct val="100000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5D27418-0B14-48CD-A338-EB212E7FE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257" y="1284270"/>
            <a:ext cx="6413481" cy="488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0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36389-37A4-280B-2A16-4DEEF9F1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31;g9493b1c1b4_1_1751">
            <a:extLst>
              <a:ext uri="{FF2B5EF4-FFF2-40B4-BE49-F238E27FC236}">
                <a16:creationId xmlns:a16="http://schemas.microsoft.com/office/drawing/2014/main" id="{7C14952A-8F1D-B341-E79F-169BDE9C5245}"/>
              </a:ext>
            </a:extLst>
          </p:cNvPr>
          <p:cNvSpPr/>
          <p:nvPr/>
        </p:nvSpPr>
        <p:spPr>
          <a:xfrm>
            <a:off x="11908576" y="2933537"/>
            <a:ext cx="543000" cy="5415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9" name="Google Shape;3833;g9493b1c1b4_1_1751">
            <a:extLst>
              <a:ext uri="{FF2B5EF4-FFF2-40B4-BE49-F238E27FC236}">
                <a16:creationId xmlns:a16="http://schemas.microsoft.com/office/drawing/2014/main" id="{12E1CB2F-120D-5371-39B2-E0E5E08A79E0}"/>
              </a:ext>
            </a:extLst>
          </p:cNvPr>
          <p:cNvSpPr/>
          <p:nvPr/>
        </p:nvSpPr>
        <p:spPr>
          <a:xfrm>
            <a:off x="881743" y="217714"/>
            <a:ext cx="10951028" cy="5997397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144D73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800" u="none" strike="noStrike" cap="none">
              <a:solidFill>
                <a:srgbClr val="434343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3841;g9493b1c1b4_1_1751">
            <a:extLst>
              <a:ext uri="{FF2B5EF4-FFF2-40B4-BE49-F238E27FC236}">
                <a16:creationId xmlns:a16="http://schemas.microsoft.com/office/drawing/2014/main" id="{8C55182A-7551-29DE-F599-2FD5991824E0}"/>
              </a:ext>
            </a:extLst>
          </p:cNvPr>
          <p:cNvSpPr txBox="1"/>
          <p:nvPr/>
        </p:nvSpPr>
        <p:spPr>
          <a:xfrm rot="-2700000">
            <a:off x="12099283" y="2372301"/>
            <a:ext cx="1421285" cy="3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2400"/>
              <a:buFont typeface="Arial"/>
              <a:buNone/>
            </a:pPr>
            <a:r>
              <a:rPr lang="en-US" sz="2000" b="1" u="none" strike="noStrike" cap="none">
                <a:solidFill>
                  <a:srgbClr val="990000"/>
                </a:solidFill>
                <a:ea typeface="Roboto"/>
                <a:cs typeface="Roboto"/>
                <a:sym typeface="Roboto"/>
              </a:rPr>
              <a:t>VISION</a:t>
            </a:r>
            <a:endParaRPr sz="800" b="1" u="none" strike="noStrike" cap="none">
              <a:solidFill>
                <a:srgbClr val="99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1F65EFB-3E2D-073C-5F42-608BEC1DB4DF}"/>
              </a:ext>
            </a:extLst>
          </p:cNvPr>
          <p:cNvSpPr txBox="1"/>
          <p:nvPr/>
        </p:nvSpPr>
        <p:spPr>
          <a:xfrm>
            <a:off x="1039585" y="6437814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zaadresować potrzeby użytkowników i dać im wartość?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58907CE-2546-21EB-BD14-4DD56D035993}"/>
              </a:ext>
            </a:extLst>
          </p:cNvPr>
          <p:cNvSpPr txBox="1"/>
          <p:nvPr/>
        </p:nvSpPr>
        <p:spPr>
          <a:xfrm>
            <a:off x="3029891" y="6430021"/>
            <a:ext cx="18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Która z odkrytych szans najbardziej wpłynie na cel produktowy?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D21E7FF-E97D-1C98-0A94-DC52217DCA6B}"/>
              </a:ext>
            </a:extLst>
          </p:cNvPr>
          <p:cNvSpPr txBox="1"/>
          <p:nvPr/>
        </p:nvSpPr>
        <p:spPr>
          <a:xfrm>
            <a:off x="5020197" y="6437814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Co zbudować by optymalnie wykorzystać nasze zasoby?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8224806-F1F6-72FC-58F4-294FDBF2E90E}"/>
              </a:ext>
            </a:extLst>
          </p:cNvPr>
          <p:cNvSpPr txBox="1"/>
          <p:nvPr/>
        </p:nvSpPr>
        <p:spPr>
          <a:xfrm>
            <a:off x="7010503" y="6442171"/>
            <a:ext cx="18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będzie działać to rozwiązanie/eksperyment?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61EE53F-B52D-8A11-A578-8A39CB1CCA7B}"/>
              </a:ext>
            </a:extLst>
          </p:cNvPr>
          <p:cNvSpPr txBox="1"/>
          <p:nvPr/>
        </p:nvSpPr>
        <p:spPr>
          <a:xfrm>
            <a:off x="9000809" y="6437813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może wyglądać rozwiązanie/eksperyment?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A66B4AA-0D4D-ECAA-BE2E-A8BE21CE4D5F}"/>
              </a:ext>
            </a:extLst>
          </p:cNvPr>
          <p:cNvSpPr txBox="1"/>
          <p:nvPr/>
        </p:nvSpPr>
        <p:spPr>
          <a:xfrm>
            <a:off x="10991115" y="6437813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>
                <a:solidFill>
                  <a:schemeClr val="tx1"/>
                </a:solidFill>
                <a:latin typeface="Lora" pitchFamily="2" charset="0"/>
              </a:rPr>
              <a:t>Jak zlecić zbudowanie aplikacji do AI?</a:t>
            </a:r>
          </a:p>
        </p:txBody>
      </p:sp>
      <p:sp>
        <p:nvSpPr>
          <p:cNvPr id="23" name="Romb 22">
            <a:extLst>
              <a:ext uri="{FF2B5EF4-FFF2-40B4-BE49-F238E27FC236}">
                <a16:creationId xmlns:a16="http://schemas.microsoft.com/office/drawing/2014/main" id="{FBF32343-AB03-AE4B-B57B-8CF660AA220E}"/>
              </a:ext>
            </a:extLst>
          </p:cNvPr>
          <p:cNvSpPr/>
          <p:nvPr/>
        </p:nvSpPr>
        <p:spPr>
          <a:xfrm>
            <a:off x="3793982" y="251533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OST: Szanse</a:t>
            </a:r>
          </a:p>
        </p:txBody>
      </p:sp>
      <p:sp>
        <p:nvSpPr>
          <p:cNvPr id="24" name="Romb 23">
            <a:extLst>
              <a:ext uri="{FF2B5EF4-FFF2-40B4-BE49-F238E27FC236}">
                <a16:creationId xmlns:a16="http://schemas.microsoft.com/office/drawing/2014/main" id="{F3D4BE07-9DAA-2AD4-33FA-B888BD4114EA}"/>
              </a:ext>
            </a:extLst>
          </p:cNvPr>
          <p:cNvSpPr/>
          <p:nvPr/>
        </p:nvSpPr>
        <p:spPr>
          <a:xfrm>
            <a:off x="2526858" y="3200749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Customer Insights</a:t>
            </a:r>
            <a:b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</a:br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Definicja problemu</a:t>
            </a:r>
          </a:p>
        </p:txBody>
      </p:sp>
      <p:sp>
        <p:nvSpPr>
          <p:cNvPr id="25" name="Romb 24">
            <a:extLst>
              <a:ext uri="{FF2B5EF4-FFF2-40B4-BE49-F238E27FC236}">
                <a16:creationId xmlns:a16="http://schemas.microsoft.com/office/drawing/2014/main" id="{87591DD8-470C-9A38-F135-65F5F5425830}"/>
              </a:ext>
            </a:extLst>
          </p:cNvPr>
          <p:cNvSpPr/>
          <p:nvPr/>
        </p:nvSpPr>
        <p:spPr>
          <a:xfrm>
            <a:off x="2548739" y="185281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Propozycja wartości</a:t>
            </a:r>
          </a:p>
        </p:txBody>
      </p:sp>
      <p:sp>
        <p:nvSpPr>
          <p:cNvPr id="26" name="Romb 25">
            <a:extLst>
              <a:ext uri="{FF2B5EF4-FFF2-40B4-BE49-F238E27FC236}">
                <a16:creationId xmlns:a16="http://schemas.microsoft.com/office/drawing/2014/main" id="{2373546B-E695-E575-AEC9-6FFF22B1D17D}"/>
              </a:ext>
            </a:extLst>
          </p:cNvPr>
          <p:cNvSpPr/>
          <p:nvPr/>
        </p:nvSpPr>
        <p:spPr>
          <a:xfrm>
            <a:off x="6316197" y="253461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User Story Mapping</a:t>
            </a:r>
          </a:p>
        </p:txBody>
      </p:sp>
      <p:sp>
        <p:nvSpPr>
          <p:cNvPr id="27" name="Romb 26">
            <a:extLst>
              <a:ext uri="{FF2B5EF4-FFF2-40B4-BE49-F238E27FC236}">
                <a16:creationId xmlns:a16="http://schemas.microsoft.com/office/drawing/2014/main" id="{1AAD036B-9908-7A16-85C3-AE8DF00A71CB}"/>
              </a:ext>
            </a:extLst>
          </p:cNvPr>
          <p:cNvSpPr/>
          <p:nvPr/>
        </p:nvSpPr>
        <p:spPr>
          <a:xfrm>
            <a:off x="8858051" y="253461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Wytyczne dla AI Buildera</a:t>
            </a:r>
          </a:p>
        </p:txBody>
      </p:sp>
      <p:sp>
        <p:nvSpPr>
          <p:cNvPr id="28" name="Romb 27">
            <a:extLst>
              <a:ext uri="{FF2B5EF4-FFF2-40B4-BE49-F238E27FC236}">
                <a16:creationId xmlns:a16="http://schemas.microsoft.com/office/drawing/2014/main" id="{7746DA30-64BA-DE71-DB6C-5593188D0AC7}"/>
              </a:ext>
            </a:extLst>
          </p:cNvPr>
          <p:cNvSpPr/>
          <p:nvPr/>
        </p:nvSpPr>
        <p:spPr>
          <a:xfrm>
            <a:off x="7590927" y="3216410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Szkicowanie</a:t>
            </a:r>
          </a:p>
        </p:txBody>
      </p:sp>
      <p:sp>
        <p:nvSpPr>
          <p:cNvPr id="29" name="Romb 28">
            <a:extLst>
              <a:ext uri="{FF2B5EF4-FFF2-40B4-BE49-F238E27FC236}">
                <a16:creationId xmlns:a16="http://schemas.microsoft.com/office/drawing/2014/main" id="{D61EF9C2-2DD5-BEAF-EC1A-1A090EC4B4A3}"/>
              </a:ext>
            </a:extLst>
          </p:cNvPr>
          <p:cNvSpPr/>
          <p:nvPr/>
        </p:nvSpPr>
        <p:spPr>
          <a:xfrm>
            <a:off x="1286042" y="253461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Cele produktowe</a:t>
            </a:r>
          </a:p>
        </p:txBody>
      </p:sp>
      <p:sp>
        <p:nvSpPr>
          <p:cNvPr id="30" name="Romb 29">
            <a:extLst>
              <a:ext uri="{FF2B5EF4-FFF2-40B4-BE49-F238E27FC236}">
                <a16:creationId xmlns:a16="http://schemas.microsoft.com/office/drawing/2014/main" id="{C836F6F7-389C-F073-1B7E-0872DDBCE058}"/>
              </a:ext>
            </a:extLst>
          </p:cNvPr>
          <p:cNvSpPr/>
          <p:nvPr/>
        </p:nvSpPr>
        <p:spPr>
          <a:xfrm>
            <a:off x="5041467" y="1840693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OST: Rozwiązania i eksperymenty</a:t>
            </a:r>
          </a:p>
        </p:txBody>
      </p:sp>
      <p:sp>
        <p:nvSpPr>
          <p:cNvPr id="32" name="Romb 31">
            <a:extLst>
              <a:ext uri="{FF2B5EF4-FFF2-40B4-BE49-F238E27FC236}">
                <a16:creationId xmlns:a16="http://schemas.microsoft.com/office/drawing/2014/main" id="{3DEE0F97-32B7-A2AE-409A-2DD90B34B0C2}"/>
              </a:ext>
            </a:extLst>
          </p:cNvPr>
          <p:cNvSpPr/>
          <p:nvPr/>
        </p:nvSpPr>
        <p:spPr>
          <a:xfrm>
            <a:off x="7578894" y="185281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Przykładowe treści i obiekty</a:t>
            </a:r>
          </a:p>
        </p:txBody>
      </p:sp>
      <p:sp>
        <p:nvSpPr>
          <p:cNvPr id="33" name="Romb 32">
            <a:extLst>
              <a:ext uri="{FF2B5EF4-FFF2-40B4-BE49-F238E27FC236}">
                <a16:creationId xmlns:a16="http://schemas.microsoft.com/office/drawing/2014/main" id="{BAF6F0FB-2D2D-52CE-80D7-BAAEB57C862A}"/>
              </a:ext>
            </a:extLst>
          </p:cNvPr>
          <p:cNvSpPr/>
          <p:nvPr/>
        </p:nvSpPr>
        <p:spPr>
          <a:xfrm>
            <a:off x="5027192" y="3209256"/>
            <a:ext cx="2534248" cy="1363594"/>
          </a:xfrm>
          <a:prstGeom prst="diamond">
            <a:avLst/>
          </a:prstGeom>
          <a:solidFill>
            <a:schemeClr val="tx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l-PL">
                <a:solidFill>
                  <a:schemeClr val="tx1"/>
                </a:solidFill>
                <a:latin typeface="Lora" pitchFamily="2" charset="0"/>
                <a:cs typeface="Poppins" pitchFamily="2" charset="0"/>
              </a:rPr>
              <a:t>Priorytetyzacja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27C1FE4-067A-45BB-0ADA-5A56BE56320E}"/>
              </a:ext>
            </a:extLst>
          </p:cNvPr>
          <p:cNvSpPr txBox="1"/>
          <p:nvPr/>
        </p:nvSpPr>
        <p:spPr>
          <a:xfrm>
            <a:off x="1497352" y="6015051"/>
            <a:ext cx="44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☑️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D4BE983-A88E-46F3-193D-76540DF64F33}"/>
              </a:ext>
            </a:extLst>
          </p:cNvPr>
          <p:cNvSpPr txBox="1"/>
          <p:nvPr/>
        </p:nvSpPr>
        <p:spPr>
          <a:xfrm>
            <a:off x="3572865" y="5995774"/>
            <a:ext cx="44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☑️</a:t>
            </a:r>
          </a:p>
        </p:txBody>
      </p:sp>
      <p:sp>
        <p:nvSpPr>
          <p:cNvPr id="9" name="Dowolny kształt 8">
            <a:extLst>
              <a:ext uri="{FF2B5EF4-FFF2-40B4-BE49-F238E27FC236}">
                <a16:creationId xmlns:a16="http://schemas.microsoft.com/office/drawing/2014/main" id="{D979D3E9-7331-A68E-CFC7-E0CB13E3E9CB}"/>
              </a:ext>
            </a:extLst>
          </p:cNvPr>
          <p:cNvSpPr/>
          <p:nvPr/>
        </p:nvSpPr>
        <p:spPr>
          <a:xfrm>
            <a:off x="2966450" y="2891093"/>
            <a:ext cx="3028208" cy="1229817"/>
          </a:xfrm>
          <a:custGeom>
            <a:avLst/>
            <a:gdLst>
              <a:gd name="connsiteX0" fmla="*/ 0 w 3028208"/>
              <a:gd name="connsiteY0" fmla="*/ 843148 h 1502950"/>
              <a:gd name="connsiteX1" fmla="*/ 712519 w 3028208"/>
              <a:gd name="connsiteY1" fmla="*/ 1484416 h 1502950"/>
              <a:gd name="connsiteX2" fmla="*/ 1068779 w 3028208"/>
              <a:gd name="connsiteY2" fmla="*/ 201881 h 1502950"/>
              <a:gd name="connsiteX3" fmla="*/ 1995054 w 3028208"/>
              <a:gd name="connsiteY3" fmla="*/ 950026 h 1502950"/>
              <a:gd name="connsiteX4" fmla="*/ 3028208 w 3028208"/>
              <a:gd name="connsiteY4" fmla="*/ 0 h 150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8208" h="1502950">
                <a:moveTo>
                  <a:pt x="0" y="843148"/>
                </a:moveTo>
                <a:cubicBezTo>
                  <a:pt x="267194" y="1217221"/>
                  <a:pt x="534389" y="1591294"/>
                  <a:pt x="712519" y="1484416"/>
                </a:cubicBezTo>
                <a:cubicBezTo>
                  <a:pt x="890649" y="1377538"/>
                  <a:pt x="855023" y="290946"/>
                  <a:pt x="1068779" y="201881"/>
                </a:cubicBezTo>
                <a:cubicBezTo>
                  <a:pt x="1282535" y="112816"/>
                  <a:pt x="1668483" y="983673"/>
                  <a:pt x="1995054" y="950026"/>
                </a:cubicBezTo>
                <a:cubicBezTo>
                  <a:pt x="2321625" y="916379"/>
                  <a:pt x="2674916" y="458189"/>
                  <a:pt x="3028208" y="0"/>
                </a:cubicBezTo>
              </a:path>
            </a:pathLst>
          </a:custGeom>
          <a:noFill/>
          <a:ln w="76200">
            <a:solidFill>
              <a:srgbClr val="C00000"/>
            </a:solidFill>
            <a:prstDash val="sysDot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9D0F999-6E39-F14C-4215-F04E8EC52D4F}"/>
              </a:ext>
            </a:extLst>
          </p:cNvPr>
          <p:cNvSpPr txBox="1"/>
          <p:nvPr/>
        </p:nvSpPr>
        <p:spPr>
          <a:xfrm>
            <a:off x="5427261" y="6029911"/>
            <a:ext cx="44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☑️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D29AEA8-497E-685F-3097-278507015F13}"/>
              </a:ext>
            </a:extLst>
          </p:cNvPr>
          <p:cNvSpPr txBox="1"/>
          <p:nvPr/>
        </p:nvSpPr>
        <p:spPr>
          <a:xfrm>
            <a:off x="7607873" y="6069215"/>
            <a:ext cx="44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☑️</a:t>
            </a:r>
          </a:p>
        </p:txBody>
      </p:sp>
      <p:sp>
        <p:nvSpPr>
          <p:cNvPr id="13" name="Dowolny kształt 12">
            <a:extLst>
              <a:ext uri="{FF2B5EF4-FFF2-40B4-BE49-F238E27FC236}">
                <a16:creationId xmlns:a16="http://schemas.microsoft.com/office/drawing/2014/main" id="{E05CB106-EF9C-1B66-7133-05C9485EC0DB}"/>
              </a:ext>
            </a:extLst>
          </p:cNvPr>
          <p:cNvSpPr/>
          <p:nvPr/>
        </p:nvSpPr>
        <p:spPr>
          <a:xfrm>
            <a:off x="6539593" y="2657799"/>
            <a:ext cx="3942307" cy="1332132"/>
          </a:xfrm>
          <a:custGeom>
            <a:avLst/>
            <a:gdLst>
              <a:gd name="connsiteX0" fmla="*/ 0 w 3942307"/>
              <a:gd name="connsiteY0" fmla="*/ 146738 h 1332132"/>
              <a:gd name="connsiteX1" fmla="*/ 289931 w 3942307"/>
              <a:gd name="connsiteY1" fmla="*/ 1328768 h 1332132"/>
              <a:gd name="connsiteX2" fmla="*/ 1405053 w 3942307"/>
              <a:gd name="connsiteY2" fmla="*/ 525880 h 1332132"/>
              <a:gd name="connsiteX3" fmla="*/ 2341756 w 3942307"/>
              <a:gd name="connsiteY3" fmla="*/ 1217255 h 1332132"/>
              <a:gd name="connsiteX4" fmla="*/ 2810107 w 3942307"/>
              <a:gd name="connsiteY4" fmla="*/ 12924 h 1332132"/>
              <a:gd name="connsiteX5" fmla="*/ 3836019 w 3942307"/>
              <a:gd name="connsiteY5" fmla="*/ 548182 h 1332132"/>
              <a:gd name="connsiteX6" fmla="*/ 3858322 w 3942307"/>
              <a:gd name="connsiteY6" fmla="*/ 570485 h 133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2307" h="1332132">
                <a:moveTo>
                  <a:pt x="0" y="146738"/>
                </a:moveTo>
                <a:cubicBezTo>
                  <a:pt x="27878" y="706158"/>
                  <a:pt x="55756" y="1265578"/>
                  <a:pt x="289931" y="1328768"/>
                </a:cubicBezTo>
                <a:cubicBezTo>
                  <a:pt x="524106" y="1391958"/>
                  <a:pt x="1063082" y="544466"/>
                  <a:pt x="1405053" y="525880"/>
                </a:cubicBezTo>
                <a:cubicBezTo>
                  <a:pt x="1747024" y="507294"/>
                  <a:pt x="2107580" y="1302748"/>
                  <a:pt x="2341756" y="1217255"/>
                </a:cubicBezTo>
                <a:cubicBezTo>
                  <a:pt x="2575932" y="1131762"/>
                  <a:pt x="2561063" y="124436"/>
                  <a:pt x="2810107" y="12924"/>
                </a:cubicBezTo>
                <a:cubicBezTo>
                  <a:pt x="3059151" y="-98588"/>
                  <a:pt x="3836019" y="548182"/>
                  <a:pt x="3836019" y="548182"/>
                </a:cubicBezTo>
                <a:cubicBezTo>
                  <a:pt x="4010721" y="641109"/>
                  <a:pt x="3934521" y="605797"/>
                  <a:pt x="3858322" y="570485"/>
                </a:cubicBezTo>
              </a:path>
            </a:pathLst>
          </a:custGeom>
          <a:noFill/>
          <a:ln w="76200">
            <a:solidFill>
              <a:srgbClr val="C00000"/>
            </a:solidFill>
            <a:prstDash val="sysDot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2BFE28B-31F3-7367-A026-3B49FC13CDB6}"/>
              </a:ext>
            </a:extLst>
          </p:cNvPr>
          <p:cNvSpPr txBox="1"/>
          <p:nvPr/>
        </p:nvSpPr>
        <p:spPr>
          <a:xfrm>
            <a:off x="9499205" y="6056339"/>
            <a:ext cx="44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☑️</a:t>
            </a:r>
          </a:p>
        </p:txBody>
      </p:sp>
    </p:spTree>
    <p:extLst>
      <p:ext uri="{BB962C8B-B14F-4D97-AF65-F5344CB8AC3E}">
        <p14:creationId xmlns:p14="http://schemas.microsoft.com/office/powerpoint/2010/main" val="139009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6385E9D8-2FB4-0BB1-05B9-8C58BA3D8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516" y="961370"/>
            <a:ext cx="8676742" cy="5954783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25DD3A81-9095-B1BB-04EE-62B7805C8D7D}"/>
              </a:ext>
            </a:extLst>
          </p:cNvPr>
          <p:cNvSpPr txBox="1"/>
          <p:nvPr/>
        </p:nvSpPr>
        <p:spPr>
          <a:xfrm>
            <a:off x="2381516" y="438150"/>
            <a:ext cx="8676742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l-PL" sz="2400">
                <a:solidFill>
                  <a:schemeClr val="tx2"/>
                </a:solidFill>
                <a:latin typeface="Poppins" pitchFamily="2" charset="0"/>
                <a:cs typeface="Poppins" pitchFamily="2" charset="0"/>
              </a:rPr>
              <a:t>„The first man to jump the La Manche </a:t>
            </a:r>
            <a:r>
              <a:rPr lang="pl-PL" sz="2800">
                <a:solidFill>
                  <a:schemeClr val="tx2"/>
                </a:solidFill>
                <a:latin typeface="Poppins" pitchFamily="2" charset="0"/>
                <a:cs typeface="Poppins" pitchFamily="2" charset="0"/>
              </a:rPr>
              <a:t>Channel</a:t>
            </a:r>
            <a:r>
              <a:rPr lang="pl-PL" sz="2400">
                <a:solidFill>
                  <a:schemeClr val="tx2"/>
                </a:solidFill>
                <a:latin typeface="Poppins" pitchFamily="2" charset="0"/>
                <a:cs typeface="Poppins" pitchFamily="2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32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24CC0588-FF2B-A7C6-0570-BC444096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119" y="0"/>
            <a:ext cx="6818459" cy="6777873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CE3FE62-343C-0CCD-33C7-88E9CF26A511}"/>
              </a:ext>
            </a:extLst>
          </p:cNvPr>
          <p:cNvSpPr txBox="1"/>
          <p:nvPr/>
        </p:nvSpPr>
        <p:spPr>
          <a:xfrm>
            <a:off x="2665070" y="7044091"/>
            <a:ext cx="70113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000">
                <a:latin typeface="Lora" pitchFamily="2" charset="0"/>
                <a:cs typeface="Poppins" pitchFamily="2" charset="0"/>
                <a:hlinkClick r:id="rId3"/>
              </a:rPr>
              <a:t>https://ai.plainenglish.io/vibe-coding-is-dead-heres-what-replaced-it-aa7d2889b05a</a:t>
            </a:r>
            <a:r>
              <a:rPr lang="pl-PL" sz="1000">
                <a:latin typeface="Lora" pitchFamily="2" charset="0"/>
                <a:cs typeface="Poppin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285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81FB64D4-8060-88CF-575B-D05C2DF13063}"/>
              </a:ext>
            </a:extLst>
          </p:cNvPr>
          <p:cNvSpPr/>
          <p:nvPr/>
        </p:nvSpPr>
        <p:spPr>
          <a:xfrm>
            <a:off x="6753942" y="2219966"/>
            <a:ext cx="6068206" cy="1147382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10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A7BB8F1-BDD1-296F-4194-89964376DD33}"/>
              </a:ext>
            </a:extLst>
          </p:cNvPr>
          <p:cNvSpPr txBox="1"/>
          <p:nvPr/>
        </p:nvSpPr>
        <p:spPr>
          <a:xfrm>
            <a:off x="743232" y="2575880"/>
            <a:ext cx="5375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Vibe design, Vibe coding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4735821-6E8F-6928-EF15-FD05E445788A}"/>
              </a:ext>
            </a:extLst>
          </p:cNvPr>
          <p:cNvSpPr txBox="1"/>
          <p:nvPr/>
        </p:nvSpPr>
        <p:spPr>
          <a:xfrm>
            <a:off x="6753942" y="2290130"/>
            <a:ext cx="6222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Context-driven prototyping (development)</a:t>
            </a:r>
          </a:p>
        </p:txBody>
      </p:sp>
      <p:sp>
        <p:nvSpPr>
          <p:cNvPr id="6" name="Dowolny kształt 5">
            <a:extLst>
              <a:ext uri="{FF2B5EF4-FFF2-40B4-BE49-F238E27FC236}">
                <a16:creationId xmlns:a16="http://schemas.microsoft.com/office/drawing/2014/main" id="{EEC0DDD0-7540-B3FE-FD42-7EDFADF0DF5B}"/>
              </a:ext>
            </a:extLst>
          </p:cNvPr>
          <p:cNvSpPr/>
          <p:nvPr/>
        </p:nvSpPr>
        <p:spPr>
          <a:xfrm rot="21187296">
            <a:off x="3083838" y="3265029"/>
            <a:ext cx="146223" cy="1138060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Dowolny kształt 6">
            <a:extLst>
              <a:ext uri="{FF2B5EF4-FFF2-40B4-BE49-F238E27FC236}">
                <a16:creationId xmlns:a16="http://schemas.microsoft.com/office/drawing/2014/main" id="{3A78B671-A316-E4AA-3C4A-2C8A840063CA}"/>
              </a:ext>
            </a:extLst>
          </p:cNvPr>
          <p:cNvSpPr/>
          <p:nvPr/>
        </p:nvSpPr>
        <p:spPr>
          <a:xfrm rot="21187296" flipH="1">
            <a:off x="9515816" y="3320106"/>
            <a:ext cx="60834" cy="1138060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4F0C79B-0370-E1D1-9709-3DE534809202}"/>
              </a:ext>
            </a:extLst>
          </p:cNvPr>
          <p:cNvSpPr txBox="1"/>
          <p:nvPr/>
        </p:nvSpPr>
        <p:spPr>
          <a:xfrm>
            <a:off x="1924050" y="4507463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Lora" pitchFamily="2" charset="0"/>
              </a:rPr>
              <a:t>Budujemy spontanicznie, po kawałku, niewiele kontroli.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CDE1886-6F20-9F09-229F-CDF45B10A6C5}"/>
              </a:ext>
            </a:extLst>
          </p:cNvPr>
          <p:cNvSpPr txBox="1"/>
          <p:nvPr/>
        </p:nvSpPr>
        <p:spPr>
          <a:xfrm>
            <a:off x="7883994" y="4507463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Lora" pitchFamily="2" charset="0"/>
              </a:rPr>
              <a:t>Wskazujemy konkretnie co chcemy zbudować, więcej kontroli.</a:t>
            </a:r>
          </a:p>
        </p:txBody>
      </p:sp>
    </p:spTree>
    <p:extLst>
      <p:ext uri="{BB962C8B-B14F-4D97-AF65-F5344CB8AC3E}">
        <p14:creationId xmlns:p14="http://schemas.microsoft.com/office/powerpoint/2010/main" val="51793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5">
          <a:extLst>
            <a:ext uri="{FF2B5EF4-FFF2-40B4-BE49-F238E27FC236}">
              <a16:creationId xmlns:a16="http://schemas.microsoft.com/office/drawing/2014/main" id="{208F8F16-59D7-B441-AA4B-830F12D59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57;p55">
            <a:extLst>
              <a:ext uri="{FF2B5EF4-FFF2-40B4-BE49-F238E27FC236}">
                <a16:creationId xmlns:a16="http://schemas.microsoft.com/office/drawing/2014/main" id="{C433ABE0-5594-BA1A-7196-EEF22160563D}"/>
              </a:ext>
            </a:extLst>
          </p:cNvPr>
          <p:cNvSpPr txBox="1">
            <a:spLocks/>
          </p:cNvSpPr>
          <p:nvPr/>
        </p:nvSpPr>
        <p:spPr>
          <a:xfrm>
            <a:off x="907925" y="343263"/>
            <a:ext cx="1217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200"/>
              <a:t>Product Requirements Document - prompt dla AI Buildera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DDC4DD81-4016-4B6A-35BF-C615A7AF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149" y="1931196"/>
            <a:ext cx="3523477" cy="5285216"/>
          </a:xfrm>
          <a:prstGeom prst="rect">
            <a:avLst/>
          </a:prstGeom>
        </p:spPr>
      </p:pic>
      <p:pic>
        <p:nvPicPr>
          <p:cNvPr id="5" name="Google Shape;481;p43">
            <a:extLst>
              <a:ext uri="{FF2B5EF4-FFF2-40B4-BE49-F238E27FC236}">
                <a16:creationId xmlns:a16="http://schemas.microsoft.com/office/drawing/2014/main" id="{1FFBDB83-4888-3EE9-B502-BE1CBB767A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9" b="29"/>
          <a:stretch/>
        </p:blipFill>
        <p:spPr>
          <a:xfrm>
            <a:off x="281123" y="1348336"/>
            <a:ext cx="8125457" cy="60267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rostokąt 6">
            <a:extLst>
              <a:ext uri="{FF2B5EF4-FFF2-40B4-BE49-F238E27FC236}">
                <a16:creationId xmlns:a16="http://schemas.microsoft.com/office/drawing/2014/main" id="{214DA329-156D-6ABA-6C3F-9234977555B9}"/>
              </a:ext>
            </a:extLst>
          </p:cNvPr>
          <p:cNvSpPr/>
          <p:nvPr/>
        </p:nvSpPr>
        <p:spPr>
          <a:xfrm>
            <a:off x="1482665" y="1474836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Definicja produktu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824883B3-F1B5-8DCA-EEB2-050F0B81A445}"/>
              </a:ext>
            </a:extLst>
          </p:cNvPr>
          <p:cNvSpPr/>
          <p:nvPr/>
        </p:nvSpPr>
        <p:spPr>
          <a:xfrm>
            <a:off x="1482665" y="2194588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Cele biznesowe i produktowe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CB700563-FEC4-6EC4-D33E-340DE53CA8BD}"/>
              </a:ext>
            </a:extLst>
          </p:cNvPr>
          <p:cNvSpPr/>
          <p:nvPr/>
        </p:nvSpPr>
        <p:spPr>
          <a:xfrm>
            <a:off x="1487754" y="2914340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User stories: MVP i dalszy rozwój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69312F70-C3C4-4A31-1E44-106A86A878A3}"/>
              </a:ext>
            </a:extLst>
          </p:cNvPr>
          <p:cNvSpPr/>
          <p:nvPr/>
        </p:nvSpPr>
        <p:spPr>
          <a:xfrm>
            <a:off x="1482665" y="3656673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Stack technologiczny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0B08581E-2553-5A8C-EB36-7E3C693FE32C}"/>
              </a:ext>
            </a:extLst>
          </p:cNvPr>
          <p:cNvSpPr/>
          <p:nvPr/>
        </p:nvSpPr>
        <p:spPr>
          <a:xfrm>
            <a:off x="1482665" y="4396818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Struktura treści/przykłady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987A6B15-3742-3089-A361-54128F4705AA}"/>
              </a:ext>
            </a:extLst>
          </p:cNvPr>
          <p:cNvSpPr/>
          <p:nvPr/>
        </p:nvSpPr>
        <p:spPr>
          <a:xfrm>
            <a:off x="1482665" y="5136963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Design Specification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4C2FAB1-C0AF-0CBE-B6EF-C9E4B1F912A6}"/>
              </a:ext>
            </a:extLst>
          </p:cNvPr>
          <p:cNvSpPr txBox="1"/>
          <p:nvPr/>
        </p:nvSpPr>
        <p:spPr>
          <a:xfrm>
            <a:off x="2544548" y="5877108"/>
            <a:ext cx="35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>
                <a:latin typeface="Lora" pitchFamily="2" charset="0"/>
              </a:rPr>
              <a:t>+ załączniki, np. mockupy</a:t>
            </a:r>
          </a:p>
        </p:txBody>
      </p:sp>
    </p:spTree>
    <p:extLst>
      <p:ext uri="{BB962C8B-B14F-4D97-AF65-F5344CB8AC3E}">
        <p14:creationId xmlns:p14="http://schemas.microsoft.com/office/powerpoint/2010/main" val="421421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5">
          <a:extLst>
            <a:ext uri="{FF2B5EF4-FFF2-40B4-BE49-F238E27FC236}">
              <a16:creationId xmlns:a16="http://schemas.microsoft.com/office/drawing/2014/main" id="{379C1718-24C5-6178-103C-308A2016F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57;p55">
            <a:extLst>
              <a:ext uri="{FF2B5EF4-FFF2-40B4-BE49-F238E27FC236}">
                <a16:creationId xmlns:a16="http://schemas.microsoft.com/office/drawing/2014/main" id="{C9959FE7-FE3D-249F-7977-75BC844AC74D}"/>
              </a:ext>
            </a:extLst>
          </p:cNvPr>
          <p:cNvSpPr txBox="1">
            <a:spLocks/>
          </p:cNvSpPr>
          <p:nvPr/>
        </p:nvSpPr>
        <p:spPr>
          <a:xfrm>
            <a:off x="907925" y="343263"/>
            <a:ext cx="1217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lvl="0"/>
            <a:r>
              <a:rPr lang="pl-PL" sz="3200"/>
              <a:t>Product Requirements Document - prompt dla AI Buildera</a:t>
            </a:r>
          </a:p>
        </p:txBody>
      </p:sp>
      <p:pic>
        <p:nvPicPr>
          <p:cNvPr id="5" name="Google Shape;481;p43">
            <a:extLst>
              <a:ext uri="{FF2B5EF4-FFF2-40B4-BE49-F238E27FC236}">
                <a16:creationId xmlns:a16="http://schemas.microsoft.com/office/drawing/2014/main" id="{926DF773-F7E6-B8A6-EA1A-6EC36D434D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" b="29"/>
          <a:stretch/>
        </p:blipFill>
        <p:spPr>
          <a:xfrm>
            <a:off x="281123" y="1348336"/>
            <a:ext cx="8125457" cy="60267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rostokąt 6">
            <a:extLst>
              <a:ext uri="{FF2B5EF4-FFF2-40B4-BE49-F238E27FC236}">
                <a16:creationId xmlns:a16="http://schemas.microsoft.com/office/drawing/2014/main" id="{1062CF73-006D-428C-67D6-6F2D6732915A}"/>
              </a:ext>
            </a:extLst>
          </p:cNvPr>
          <p:cNvSpPr/>
          <p:nvPr/>
        </p:nvSpPr>
        <p:spPr>
          <a:xfrm>
            <a:off x="1482665" y="1474836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Definicja produktu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BD0058C6-9BD5-6077-7937-4EBDADABFDE6}"/>
              </a:ext>
            </a:extLst>
          </p:cNvPr>
          <p:cNvSpPr/>
          <p:nvPr/>
        </p:nvSpPr>
        <p:spPr>
          <a:xfrm>
            <a:off x="1482665" y="2194588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Cele biznesowe i produktowe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DE245026-E11B-B72F-575F-4A75A286BDA1}"/>
              </a:ext>
            </a:extLst>
          </p:cNvPr>
          <p:cNvSpPr/>
          <p:nvPr/>
        </p:nvSpPr>
        <p:spPr>
          <a:xfrm>
            <a:off x="1487754" y="2914340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User stories: MVP i dalszy rozwój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168BA57-9793-49B6-45EA-7F21D61F58F9}"/>
              </a:ext>
            </a:extLst>
          </p:cNvPr>
          <p:cNvSpPr/>
          <p:nvPr/>
        </p:nvSpPr>
        <p:spPr>
          <a:xfrm>
            <a:off x="1482665" y="3656673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Stack technologiczny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4E233289-0908-FBC0-DA02-C29E7E08D17D}"/>
              </a:ext>
            </a:extLst>
          </p:cNvPr>
          <p:cNvSpPr/>
          <p:nvPr/>
        </p:nvSpPr>
        <p:spPr>
          <a:xfrm>
            <a:off x="1482665" y="4396818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Struktura treści/przykłady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AC6B1C-7110-8988-FA6C-E1389FCEFBE4}"/>
              </a:ext>
            </a:extLst>
          </p:cNvPr>
          <p:cNvSpPr/>
          <p:nvPr/>
        </p:nvSpPr>
        <p:spPr>
          <a:xfrm>
            <a:off x="1482665" y="5136963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Design Specification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0A0BDE4-DA28-07BC-3E89-72B86747DEB8}"/>
              </a:ext>
            </a:extLst>
          </p:cNvPr>
          <p:cNvSpPr txBox="1"/>
          <p:nvPr/>
        </p:nvSpPr>
        <p:spPr>
          <a:xfrm>
            <a:off x="2544548" y="5877108"/>
            <a:ext cx="35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>
                <a:latin typeface="Lora" pitchFamily="2" charset="0"/>
              </a:rPr>
              <a:t>+ załączniki, np. mockupy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4E6747F-5327-220F-1E30-3B3D98295751}"/>
              </a:ext>
            </a:extLst>
          </p:cNvPr>
          <p:cNvSpPr txBox="1"/>
          <p:nvPr/>
        </p:nvSpPr>
        <p:spPr>
          <a:xfrm>
            <a:off x="7610168" y="1637071"/>
            <a:ext cx="3996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Product brief, propozycja wartości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740F675-FFE0-2C6E-9D0A-69EEFF3E3E47}"/>
              </a:ext>
            </a:extLst>
          </p:cNvPr>
          <p:cNvSpPr txBox="1"/>
          <p:nvPr/>
        </p:nvSpPr>
        <p:spPr>
          <a:xfrm>
            <a:off x="7610168" y="2368486"/>
            <a:ext cx="3996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Voice of Business, Testowanie założeń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7C4EA63-67C6-9892-466E-C03390080B29}"/>
              </a:ext>
            </a:extLst>
          </p:cNvPr>
          <p:cNvSpPr txBox="1"/>
          <p:nvPr/>
        </p:nvSpPr>
        <p:spPr>
          <a:xfrm>
            <a:off x="7610167" y="3079078"/>
            <a:ext cx="4911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Opportunity Solution Tree, User Story Mapping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D6F67FB-91B2-2E67-4202-8FB58EB9858F}"/>
              </a:ext>
            </a:extLst>
          </p:cNvPr>
          <p:cNvSpPr txBox="1"/>
          <p:nvPr/>
        </p:nvSpPr>
        <p:spPr>
          <a:xfrm>
            <a:off x="7610167" y="3821411"/>
            <a:ext cx="520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ustalamy z LLM lub zostawiamy do decyzji AI Buildera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7613B77-9AE3-03E7-05EF-052E0A6880AD}"/>
              </a:ext>
            </a:extLst>
          </p:cNvPr>
          <p:cNvSpPr txBox="1"/>
          <p:nvPr/>
        </p:nvSpPr>
        <p:spPr>
          <a:xfrm>
            <a:off x="7610167" y="4561556"/>
            <a:ext cx="4911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ustalamy z LLM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D6E9507-B00D-8127-3694-8553C5A3F304}"/>
              </a:ext>
            </a:extLst>
          </p:cNvPr>
          <p:cNvSpPr txBox="1"/>
          <p:nvPr/>
        </p:nvSpPr>
        <p:spPr>
          <a:xfrm>
            <a:off x="7610167" y="5239837"/>
            <a:ext cx="4911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opis/Figma/Design.md</a:t>
            </a:r>
          </a:p>
        </p:txBody>
      </p:sp>
    </p:spTree>
    <p:extLst>
      <p:ext uri="{BB962C8B-B14F-4D97-AF65-F5344CB8AC3E}">
        <p14:creationId xmlns:p14="http://schemas.microsoft.com/office/powerpoint/2010/main" val="126634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0B0D-4179-00FC-7721-A34B233D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829B7F-F064-7CB9-2B11-27F865186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Budowanie prototypu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3971755-2627-BDF8-7364-BC1282FF0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9764" y="4966138"/>
            <a:ext cx="6300000" cy="1414337"/>
          </a:xfrm>
        </p:spPr>
        <p:txBody>
          <a:bodyPr/>
          <a:lstStyle/>
          <a:p>
            <a:pPr marL="0" lvl="0" indent="0"/>
            <a:r>
              <a:rPr lang="pl-PL" dirty="0"/>
              <a:t>Czym wyróżnia się ten rodzaj narzędzi</a:t>
            </a:r>
          </a:p>
          <a:p>
            <a:pPr marL="0" lvl="0" indent="0"/>
            <a:r>
              <a:rPr lang="pl-PL" dirty="0"/>
              <a:t>Możliwości AI Builderów</a:t>
            </a:r>
          </a:p>
          <a:p>
            <a:pPr marL="0" lvl="0" indent="0"/>
            <a:r>
              <a:rPr lang="pl-PL" dirty="0"/>
              <a:t>Promptowanie AI Builderów</a:t>
            </a:r>
          </a:p>
          <a:p>
            <a:pPr marL="0" lvl="0" indent="0"/>
            <a:r>
              <a:rPr lang="pl-PL" dirty="0"/>
              <a:t>Dobre praktyki</a:t>
            </a:r>
          </a:p>
          <a:p>
            <a:pPr marL="0" lvl="0" indent="0"/>
            <a:r>
              <a:rPr lang="pl-PL" dirty="0"/>
              <a:t>Przykłady</a:t>
            </a:r>
          </a:p>
          <a:p>
            <a:pPr marL="0" lvl="0" indent="0"/>
            <a:r>
              <a:rPr lang="pl-PL" dirty="0"/>
              <a:t>Co dalej?</a:t>
            </a:r>
            <a:endParaRPr lang="pl-PL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26AC2BC6-4A88-A606-A2AF-4BFC6A28523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pl-PL"/>
              <a:t>Prototypowanie z AI</a:t>
            </a:r>
          </a:p>
        </p:txBody>
      </p:sp>
    </p:spTree>
    <p:extLst>
      <p:ext uri="{BB962C8B-B14F-4D97-AF65-F5344CB8AC3E}">
        <p14:creationId xmlns:p14="http://schemas.microsoft.com/office/powerpoint/2010/main" val="153270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EBA1-905F-87AE-E16E-97851B5F6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kąt 22">
            <a:extLst>
              <a:ext uri="{FF2B5EF4-FFF2-40B4-BE49-F238E27FC236}">
                <a16:creationId xmlns:a16="http://schemas.microsoft.com/office/drawing/2014/main" id="{FDC815A4-56BC-0853-F7CC-DC5C12A7F346}"/>
              </a:ext>
            </a:extLst>
          </p:cNvPr>
          <p:cNvSpPr/>
          <p:nvPr/>
        </p:nvSpPr>
        <p:spPr>
          <a:xfrm>
            <a:off x="0" y="4753978"/>
            <a:ext cx="9164883" cy="1056511"/>
          </a:xfrm>
          <a:prstGeom prst="rect">
            <a:avLst/>
          </a:prstGeom>
          <a:solidFill>
            <a:srgbClr val="ED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8868C69-6511-E8D3-8A69-8CBD27C872F4}"/>
              </a:ext>
            </a:extLst>
          </p:cNvPr>
          <p:cNvSpPr txBox="1"/>
          <p:nvPr/>
        </p:nvSpPr>
        <p:spPr>
          <a:xfrm>
            <a:off x="952336" y="2443446"/>
            <a:ext cx="33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Design Ideation</a:t>
            </a:r>
          </a:p>
          <a:p>
            <a:pPr algn="ctr"/>
            <a:r>
              <a:rPr lang="pl-PL">
                <a:latin typeface="Lora" pitchFamily="2" charset="0"/>
              </a:rPr>
              <a:t>Projektowanie UI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Wygodne do eksploracji wizualnych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8B47E08-CC01-5A19-C26E-99DBCE0AB1DB}"/>
              </a:ext>
            </a:extLst>
          </p:cNvPr>
          <p:cNvSpPr txBox="1"/>
          <p:nvPr/>
        </p:nvSpPr>
        <p:spPr>
          <a:xfrm>
            <a:off x="4893647" y="2443446"/>
            <a:ext cx="3532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 Builder</a:t>
            </a:r>
          </a:p>
          <a:p>
            <a:pPr algn="ctr"/>
            <a:r>
              <a:rPr lang="pl-PL">
                <a:latin typeface="Lora" pitchFamily="2" charset="0"/>
              </a:rPr>
              <a:t>Działające prototypy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Łatwe i potężne (kod, logika, integracje)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223CBE6-6F86-1036-648D-0F854F038653}"/>
              </a:ext>
            </a:extLst>
          </p:cNvPr>
          <p:cNvSpPr txBox="1"/>
          <p:nvPr/>
        </p:nvSpPr>
        <p:spPr>
          <a:xfrm>
            <a:off x="9164883" y="2443446"/>
            <a:ext cx="3053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Agentic tools</a:t>
            </a:r>
          </a:p>
          <a:p>
            <a:pPr algn="ctr"/>
            <a:r>
              <a:rPr lang="pl-PL">
                <a:latin typeface="Lora" pitchFamily="2" charset="0"/>
              </a:rPr>
              <a:t>Działające produkty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Największa kontrola</a:t>
            </a:r>
          </a:p>
        </p:txBody>
      </p:sp>
      <p:pic>
        <p:nvPicPr>
          <p:cNvPr id="5" name="Picture 2" descr="What is v0? | v0 Docs">
            <a:extLst>
              <a:ext uri="{FF2B5EF4-FFF2-40B4-BE49-F238E27FC236}">
                <a16:creationId xmlns:a16="http://schemas.microsoft.com/office/drawing/2014/main" id="{D40EB39D-CF41-3240-BA01-05D40B4DB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980" y="3767456"/>
            <a:ext cx="571331" cy="57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vable Logo Free Download">
            <a:extLst>
              <a:ext uri="{FF2B5EF4-FFF2-40B4-BE49-F238E27FC236}">
                <a16:creationId xmlns:a16="http://schemas.microsoft.com/office/drawing/2014/main" id="{3166E0D9-45E9-487A-860E-7006A71F3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228" y="3204849"/>
            <a:ext cx="1586781" cy="158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oogle AI Studio (@GoogleAIStudio) / Posts / X">
            <a:extLst>
              <a:ext uri="{FF2B5EF4-FFF2-40B4-BE49-F238E27FC236}">
                <a16:creationId xmlns:a16="http://schemas.microsoft.com/office/drawing/2014/main" id="{52C9780E-8B98-3B38-7342-B4C19887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545" y="5015496"/>
            <a:ext cx="453582" cy="45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EC05077E-B9B3-6D87-E7E2-86465BDE5969}"/>
              </a:ext>
            </a:extLst>
          </p:cNvPr>
          <p:cNvSpPr txBox="1"/>
          <p:nvPr/>
        </p:nvSpPr>
        <p:spPr>
          <a:xfrm>
            <a:off x="6417167" y="4941511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AI Studio</a:t>
            </a:r>
          </a:p>
        </p:txBody>
      </p:sp>
      <p:pic>
        <p:nvPicPr>
          <p:cNvPr id="9" name="Picture 2" descr="Figma Logo and symbol, meaning, history, PNG, brand">
            <a:extLst>
              <a:ext uri="{FF2B5EF4-FFF2-40B4-BE49-F238E27FC236}">
                <a16:creationId xmlns:a16="http://schemas.microsoft.com/office/drawing/2014/main" id="{AF00A5D9-6366-9FA3-1C94-B2C0759F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787" y="3836571"/>
            <a:ext cx="892852" cy="50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8B6598CA-F801-8B2F-1C1D-DACF9F038F3A}"/>
              </a:ext>
            </a:extLst>
          </p:cNvPr>
          <p:cNvSpPr txBox="1"/>
          <p:nvPr/>
        </p:nvSpPr>
        <p:spPr>
          <a:xfrm>
            <a:off x="8162926" y="3877694"/>
            <a:ext cx="1001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spc="-150">
                <a:latin typeface="Montserrat" pitchFamily="2" charset="0"/>
                <a:cs typeface="Poppins" pitchFamily="2" charset="0"/>
              </a:rPr>
              <a:t>Make</a:t>
            </a:r>
          </a:p>
        </p:txBody>
      </p:sp>
      <p:pic>
        <p:nvPicPr>
          <p:cNvPr id="1026" name="Picture 2" descr="Stitch by Google (@stitchbygoogle) / Posts / X">
            <a:extLst>
              <a:ext uri="{FF2B5EF4-FFF2-40B4-BE49-F238E27FC236}">
                <a16:creationId xmlns:a16="http://schemas.microsoft.com/office/drawing/2014/main" id="{2A8A0CED-9733-5A7E-C960-88E255A7F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688" y="4988919"/>
            <a:ext cx="489960" cy="4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F2E4A6B-C409-E6AD-36F9-2C90C395AB90}"/>
              </a:ext>
            </a:extLst>
          </p:cNvPr>
          <p:cNvSpPr txBox="1"/>
          <p:nvPr/>
        </p:nvSpPr>
        <p:spPr>
          <a:xfrm>
            <a:off x="2549045" y="4941511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Stitch</a:t>
            </a: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A8359642-C97B-B72E-7411-F274FC9399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3023" y="6103218"/>
            <a:ext cx="1890543" cy="482692"/>
          </a:xfrm>
          <a:prstGeom prst="rect">
            <a:avLst/>
          </a:prstGeom>
        </p:spPr>
      </p:pic>
      <p:pic>
        <p:nvPicPr>
          <p:cNvPr id="30" name="Picture 8" descr="UX Pilot AI Reviews 2026: Details, Pricing, &amp; Features | G2">
            <a:extLst>
              <a:ext uri="{FF2B5EF4-FFF2-40B4-BE49-F238E27FC236}">
                <a16:creationId xmlns:a16="http://schemas.microsoft.com/office/drawing/2014/main" id="{7D8C0145-78B6-F9CA-A9D4-B34030FB8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9" y="3758110"/>
            <a:ext cx="1189863" cy="62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Uizard Raises $15M in Series A Funding Led by Global ScaleUp Investor  Insight Partners">
            <a:extLst>
              <a:ext uri="{FF2B5EF4-FFF2-40B4-BE49-F238E27FC236}">
                <a16:creationId xmlns:a16="http://schemas.microsoft.com/office/drawing/2014/main" id="{B3FDE10F-B954-FA12-657D-D126F61BE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515" y="3734643"/>
            <a:ext cx="1186128" cy="62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406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57A9A1BC-A208-2A58-599A-15F7EAF9E80C}"/>
              </a:ext>
            </a:extLst>
          </p:cNvPr>
          <p:cNvSpPr/>
          <p:nvPr/>
        </p:nvSpPr>
        <p:spPr>
          <a:xfrm>
            <a:off x="8853713" y="5676611"/>
            <a:ext cx="1930401" cy="292387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100"/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81FB64D4-8060-88CF-575B-D05C2DF13063}"/>
              </a:ext>
            </a:extLst>
          </p:cNvPr>
          <p:cNvSpPr/>
          <p:nvPr/>
        </p:nvSpPr>
        <p:spPr>
          <a:xfrm>
            <a:off x="7033847" y="1204182"/>
            <a:ext cx="4548554" cy="538609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10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A7BB8F1-BDD1-296F-4194-89964376DD33}"/>
              </a:ext>
            </a:extLst>
          </p:cNvPr>
          <p:cNvSpPr txBox="1"/>
          <p:nvPr/>
        </p:nvSpPr>
        <p:spPr>
          <a:xfrm>
            <a:off x="757746" y="1151378"/>
            <a:ext cx="53758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Prototypowanie tradycyjne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4735821-6E8F-6928-EF15-FD05E445788A}"/>
              </a:ext>
            </a:extLst>
          </p:cNvPr>
          <p:cNvSpPr txBox="1"/>
          <p:nvPr/>
        </p:nvSpPr>
        <p:spPr>
          <a:xfrm>
            <a:off x="7033846" y="1158016"/>
            <a:ext cx="4548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Prototypowanie z AI</a:t>
            </a:r>
          </a:p>
        </p:txBody>
      </p:sp>
      <p:sp>
        <p:nvSpPr>
          <p:cNvPr id="5" name="Google Shape;549;p51">
            <a:extLst>
              <a:ext uri="{FF2B5EF4-FFF2-40B4-BE49-F238E27FC236}">
                <a16:creationId xmlns:a16="http://schemas.microsoft.com/office/drawing/2014/main" id="{2204E750-12E2-398E-F614-40E05C0EC6E5}"/>
              </a:ext>
            </a:extLst>
          </p:cNvPr>
          <p:cNvSpPr txBox="1">
            <a:spLocks/>
          </p:cNvSpPr>
          <p:nvPr/>
        </p:nvSpPr>
        <p:spPr>
          <a:xfrm>
            <a:off x="653144" y="2561770"/>
            <a:ext cx="5375873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Budujemy kolejne ekrany produktu cyfrowego używając komponentów, elementów graficznych i określając interakcje.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Efekt: plik w formacie narzędzie (np. Figma)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Jakość: najwyższa </a:t>
            </a:r>
            <a:br>
              <a:rPr lang="pl-PL" sz="1800">
                <a:latin typeface="Poppins Light" pitchFamily="2" charset="0"/>
                <a:cs typeface="Poppins Light" pitchFamily="2" charset="0"/>
              </a:rPr>
            </a:br>
            <a:r>
              <a:rPr lang="pl-PL" sz="1800">
                <a:latin typeface="Poppins Light" pitchFamily="2" charset="0"/>
                <a:cs typeface="Poppins Light" pitchFamily="2" charset="0"/>
              </a:rPr>
              <a:t>(gdy mamy dobrego projektanta)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Prędkość iteracji: potrzeba dni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10" name="Google Shape;549;p51">
            <a:extLst>
              <a:ext uri="{FF2B5EF4-FFF2-40B4-BE49-F238E27FC236}">
                <a16:creationId xmlns:a16="http://schemas.microsoft.com/office/drawing/2014/main" id="{93D8834F-64AB-FD16-D596-32AC2D8FFE5B}"/>
              </a:ext>
            </a:extLst>
          </p:cNvPr>
          <p:cNvSpPr txBox="1">
            <a:spLocks/>
          </p:cNvSpPr>
          <p:nvPr/>
        </p:nvSpPr>
        <p:spPr>
          <a:xfrm>
            <a:off x="6719887" y="2561769"/>
            <a:ext cx="5375873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Budujemy kolejne funkcje produktu cyfrowego opisując i pokazując ich działanie asystentowi AI.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Efekt: kod (HTML, skrypty, style, dokumenty)</a:t>
            </a:r>
            <a:br>
              <a:rPr lang="pl-PL" sz="1800">
                <a:latin typeface="Poppins Light" pitchFamily="2" charset="0"/>
                <a:cs typeface="Poppins Light" pitchFamily="2" charset="0"/>
              </a:rPr>
            </a:br>
            <a:r>
              <a:rPr lang="pl-PL" sz="1800">
                <a:latin typeface="Poppins Light" pitchFamily="2" charset="0"/>
                <a:cs typeface="Poppins Light" pitchFamily="2" charset="0"/>
              </a:rPr>
              <a:t>lub repozytorium GitHub+baza danych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Jakość: poprawna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1800">
                <a:latin typeface="Poppins Light" pitchFamily="2" charset="0"/>
                <a:cs typeface="Poppins Light" pitchFamily="2" charset="0"/>
              </a:rPr>
              <a:t>Prędkość iteracji: </a:t>
            </a:r>
            <a:r>
              <a:rPr lang="pl-PL" sz="1800" b="1">
                <a:latin typeface="Poppins Light" pitchFamily="2" charset="0"/>
                <a:cs typeface="Poppins Light" pitchFamily="2" charset="0"/>
              </a:rPr>
              <a:t>potrzeba minut</a:t>
            </a:r>
          </a:p>
          <a:p>
            <a:pPr marL="152401">
              <a:buSzPct val="100000"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30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4CE43-41D7-11E8-8F96-670FFE946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46;ga20e1677ab_0_1624">
            <a:extLst>
              <a:ext uri="{FF2B5EF4-FFF2-40B4-BE49-F238E27FC236}">
                <a16:creationId xmlns:a16="http://schemas.microsoft.com/office/drawing/2014/main" id="{DCCF02D9-4919-8FA7-A3DA-ACB83B0DD8CC}"/>
              </a:ext>
            </a:extLst>
          </p:cNvPr>
          <p:cNvSpPr/>
          <p:nvPr/>
        </p:nvSpPr>
        <p:spPr>
          <a:xfrm>
            <a:off x="914401" y="2757103"/>
            <a:ext cx="11379199" cy="5415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4D73"/>
              </a:gs>
              <a:gs pos="100000">
                <a:srgbClr val="2C899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Poppins" pitchFamily="2" charset="0"/>
                <a:ea typeface="Roboto"/>
                <a:cs typeface="Poppins" pitchFamily="2" charset="0"/>
                <a:sym typeface="Roboto"/>
              </a:rPr>
              <a:t>PIERWSZA WERSJA PROTOTYPU</a:t>
            </a:r>
            <a:endParaRPr sz="2000" b="1" i="0" u="none" strike="noStrike" cap="none">
              <a:solidFill>
                <a:srgbClr val="FFFFFF"/>
              </a:solidFill>
              <a:latin typeface="Poppins" pitchFamily="2" charset="0"/>
              <a:ea typeface="Roboto"/>
              <a:cs typeface="Poppins" pitchFamily="2" charset="0"/>
              <a:sym typeface="Roboto"/>
            </a:endParaRPr>
          </a:p>
        </p:txBody>
      </p:sp>
      <p:sp>
        <p:nvSpPr>
          <p:cNvPr id="7" name="Google Shape;1848;ga20e1677ab_0_1624">
            <a:extLst>
              <a:ext uri="{FF2B5EF4-FFF2-40B4-BE49-F238E27FC236}">
                <a16:creationId xmlns:a16="http://schemas.microsoft.com/office/drawing/2014/main" id="{3B3101D5-5CD2-9DBF-AD86-C7F350606A25}"/>
              </a:ext>
            </a:extLst>
          </p:cNvPr>
          <p:cNvSpPr/>
          <p:nvPr/>
        </p:nvSpPr>
        <p:spPr>
          <a:xfrm>
            <a:off x="914401" y="4309636"/>
            <a:ext cx="2374854" cy="5415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69E2C"/>
              </a:gs>
              <a:gs pos="50000">
                <a:srgbClr val="FF7D67"/>
              </a:gs>
              <a:gs pos="100000">
                <a:srgbClr val="FF438B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Poppins" pitchFamily="2" charset="0"/>
                <a:ea typeface="Roboto"/>
                <a:cs typeface="Poppins" pitchFamily="2" charset="0"/>
                <a:sym typeface="Roboto"/>
              </a:rPr>
              <a:t>PIERWSZA WERSJA</a:t>
            </a:r>
            <a:endParaRPr b="1" i="0" u="none" strike="noStrike" cap="none">
              <a:solidFill>
                <a:srgbClr val="FFFFFF"/>
              </a:solidFill>
              <a:latin typeface="Poppins" pitchFamily="2" charset="0"/>
              <a:ea typeface="Roboto"/>
              <a:cs typeface="Poppins" pitchFamily="2" charset="0"/>
              <a:sym typeface="Roboto"/>
            </a:endParaRPr>
          </a:p>
        </p:txBody>
      </p:sp>
      <p:sp>
        <p:nvSpPr>
          <p:cNvPr id="8" name="Google Shape;1848;ga20e1677ab_0_1624">
            <a:extLst>
              <a:ext uri="{FF2B5EF4-FFF2-40B4-BE49-F238E27FC236}">
                <a16:creationId xmlns:a16="http://schemas.microsoft.com/office/drawing/2014/main" id="{2048831E-4ADE-C029-3260-890CFD150D5A}"/>
              </a:ext>
            </a:extLst>
          </p:cNvPr>
          <p:cNvSpPr/>
          <p:nvPr/>
        </p:nvSpPr>
        <p:spPr>
          <a:xfrm>
            <a:off x="6867548" y="4309636"/>
            <a:ext cx="2374854" cy="5415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69E2C"/>
              </a:gs>
              <a:gs pos="50000">
                <a:srgbClr val="FF7D67"/>
              </a:gs>
              <a:gs pos="100000">
                <a:srgbClr val="FF438B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Poppins" pitchFamily="2" charset="0"/>
                <a:ea typeface="Roboto"/>
                <a:cs typeface="Poppins" pitchFamily="2" charset="0"/>
                <a:sym typeface="Roboto"/>
              </a:rPr>
              <a:t>ITERACJA 4</a:t>
            </a:r>
            <a:endParaRPr b="1" i="0" u="none" strike="noStrike" cap="none">
              <a:solidFill>
                <a:srgbClr val="FFFFFF"/>
              </a:solidFill>
              <a:latin typeface="Poppins" pitchFamily="2" charset="0"/>
              <a:ea typeface="Roboto"/>
              <a:cs typeface="Poppins" pitchFamily="2" charset="0"/>
              <a:sym typeface="Roboto"/>
            </a:endParaRPr>
          </a:p>
        </p:txBody>
      </p:sp>
      <p:sp>
        <p:nvSpPr>
          <p:cNvPr id="9" name="Google Shape;1848;ga20e1677ab_0_1624">
            <a:extLst>
              <a:ext uri="{FF2B5EF4-FFF2-40B4-BE49-F238E27FC236}">
                <a16:creationId xmlns:a16="http://schemas.microsoft.com/office/drawing/2014/main" id="{7C99076B-070B-DD30-84EA-C5F5293FB582}"/>
              </a:ext>
            </a:extLst>
          </p:cNvPr>
          <p:cNvSpPr/>
          <p:nvPr/>
        </p:nvSpPr>
        <p:spPr>
          <a:xfrm>
            <a:off x="4801485" y="4309636"/>
            <a:ext cx="2374854" cy="5415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69E2C"/>
              </a:gs>
              <a:gs pos="50000">
                <a:srgbClr val="FF7D67"/>
              </a:gs>
              <a:gs pos="100000">
                <a:srgbClr val="FF438B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2200"/>
            </a:pPr>
            <a:r>
              <a:rPr lang="en-US" b="1">
                <a:solidFill>
                  <a:srgbClr val="FFFFFF"/>
                </a:solidFill>
                <a:latin typeface="Poppins" pitchFamily="2" charset="0"/>
                <a:ea typeface="Roboto"/>
                <a:cs typeface="Poppins" pitchFamily="2" charset="0"/>
                <a:sym typeface="Roboto"/>
              </a:rPr>
              <a:t>ITERACJA 3</a:t>
            </a:r>
          </a:p>
        </p:txBody>
      </p:sp>
      <p:sp>
        <p:nvSpPr>
          <p:cNvPr id="12" name="Google Shape;1848;ga20e1677ab_0_1624">
            <a:extLst>
              <a:ext uri="{FF2B5EF4-FFF2-40B4-BE49-F238E27FC236}">
                <a16:creationId xmlns:a16="http://schemas.microsoft.com/office/drawing/2014/main" id="{1F0DC81B-6B2F-E71C-545A-9FE214C98E10}"/>
              </a:ext>
            </a:extLst>
          </p:cNvPr>
          <p:cNvSpPr/>
          <p:nvPr/>
        </p:nvSpPr>
        <p:spPr>
          <a:xfrm>
            <a:off x="2980464" y="4309636"/>
            <a:ext cx="2374854" cy="5415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69E2C"/>
              </a:gs>
              <a:gs pos="50000">
                <a:srgbClr val="FF7D67"/>
              </a:gs>
              <a:gs pos="100000">
                <a:srgbClr val="FF438B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Poppins" pitchFamily="2" charset="0"/>
                <a:ea typeface="Roboto"/>
                <a:cs typeface="Poppins" pitchFamily="2" charset="0"/>
                <a:sym typeface="Roboto"/>
              </a:rPr>
              <a:t>ITERACJA 2</a:t>
            </a:r>
            <a:endParaRPr b="1" i="0" u="none" strike="noStrike" cap="none">
              <a:solidFill>
                <a:srgbClr val="FFFFFF"/>
              </a:solidFill>
              <a:latin typeface="Poppins" pitchFamily="2" charset="0"/>
              <a:ea typeface="Roboto"/>
              <a:cs typeface="Poppins" pitchFamily="2" charset="0"/>
              <a:sym typeface="Roboto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0502BA1-425D-9D71-3BB1-BC5D3B22F0C4}"/>
              </a:ext>
            </a:extLst>
          </p:cNvPr>
          <p:cNvSpPr txBox="1"/>
          <p:nvPr/>
        </p:nvSpPr>
        <p:spPr>
          <a:xfrm>
            <a:off x="914401" y="2386961"/>
            <a:ext cx="3730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Prototypowanie tradycyjne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1EA9E1F-190D-B4E7-64E7-F23BE5EADD57}"/>
              </a:ext>
            </a:extLst>
          </p:cNvPr>
          <p:cNvSpPr txBox="1"/>
          <p:nvPr/>
        </p:nvSpPr>
        <p:spPr>
          <a:xfrm>
            <a:off x="914401" y="3939494"/>
            <a:ext cx="313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Prototypowanie z AI</a:t>
            </a:r>
          </a:p>
        </p:txBody>
      </p:sp>
    </p:spTree>
    <p:extLst>
      <p:ext uri="{BB962C8B-B14F-4D97-AF65-F5344CB8AC3E}">
        <p14:creationId xmlns:p14="http://schemas.microsoft.com/office/powerpoint/2010/main" val="409395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5B61-5310-2058-5518-BF1CA3A0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CDDF3FB5-F633-7385-D647-3478B5FD9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46" y="3012795"/>
            <a:ext cx="4876800" cy="1308100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BD2EC7FB-A053-378E-2098-2D9D8354C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887" y="2888039"/>
            <a:ext cx="5219700" cy="146050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F046B6C9-23A6-8A6F-7E47-DB598343B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445" y="1284500"/>
            <a:ext cx="6462009" cy="130809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4F8842E7-F691-9415-A1F4-208E9D7354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445" y="4916275"/>
            <a:ext cx="4267200" cy="135890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D264DC9E-32D2-4346-4F5B-ECBC08995F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971" y="5043057"/>
            <a:ext cx="41783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5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C6E0-9881-1F28-F184-2E2D8D4A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F75DBADC-CEB1-A63B-0D25-11BD78A04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3439405" cy="6747642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69DA652A-9EF7-85C2-72B7-C554545E8696}"/>
              </a:ext>
            </a:extLst>
          </p:cNvPr>
          <p:cNvSpPr/>
          <p:nvPr/>
        </p:nvSpPr>
        <p:spPr>
          <a:xfrm>
            <a:off x="472965" y="4500871"/>
            <a:ext cx="2948152" cy="224677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kern="100">
                <a:solidFill>
                  <a:schemeClr val="tx2"/>
                </a:solidFill>
                <a:latin typeface="Poppins" pitchFamily="2" charset="0"/>
                <a:ea typeface="Calibri" panose="020F0502020204030204" pitchFamily="34" charset="0"/>
                <a:cs typeface="Poppins" pitchFamily="2" charset="0"/>
              </a:rPr>
              <a:t>Okno czatu</a:t>
            </a:r>
          </a:p>
          <a:p>
            <a:pPr algn="ctr"/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F065462-E517-06F1-78B9-12753D101B54}"/>
              </a:ext>
            </a:extLst>
          </p:cNvPr>
          <p:cNvSpPr/>
          <p:nvPr/>
        </p:nvSpPr>
        <p:spPr>
          <a:xfrm>
            <a:off x="472965" y="441434"/>
            <a:ext cx="2948152" cy="405943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kern="100">
                <a:solidFill>
                  <a:schemeClr val="tx2"/>
                </a:solidFill>
                <a:latin typeface="Poppins" pitchFamily="2" charset="0"/>
                <a:ea typeface="Calibri" panose="020F0502020204030204" pitchFamily="34" charset="0"/>
                <a:cs typeface="Poppins" pitchFamily="2" charset="0"/>
              </a:rPr>
              <a:t>Historia czatu</a:t>
            </a:r>
          </a:p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317C90C1-992C-68A8-2A23-90B6304C945E}"/>
              </a:ext>
            </a:extLst>
          </p:cNvPr>
          <p:cNvSpPr/>
          <p:nvPr/>
        </p:nvSpPr>
        <p:spPr>
          <a:xfrm>
            <a:off x="3421116" y="441434"/>
            <a:ext cx="10018287" cy="630620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kern="100">
                <a:solidFill>
                  <a:schemeClr val="tx2"/>
                </a:solidFill>
                <a:latin typeface="Poppins" pitchFamily="2" charset="0"/>
                <a:ea typeface="Calibri" panose="020F0502020204030204" pitchFamily="34" charset="0"/>
                <a:cs typeface="Poppins" pitchFamily="2" charset="0"/>
              </a:rPr>
              <a:t>Podgląd aplikacji</a:t>
            </a:r>
          </a:p>
          <a:p>
            <a:pPr algn="ctr"/>
            <a:r>
              <a:rPr lang="en-US" sz="2000" b="1" kern="100">
                <a:solidFill>
                  <a:schemeClr val="tx2"/>
                </a:solidFill>
                <a:latin typeface="Poppins" pitchFamily="2" charset="0"/>
                <a:ea typeface="Calibri" panose="020F0502020204030204" pitchFamily="34" charset="0"/>
                <a:cs typeface="Poppins" pitchFamily="2" charset="0"/>
              </a:rPr>
              <a:t>Podgląd kodu</a:t>
            </a:r>
          </a:p>
          <a:p>
            <a:pPr algn="ctr"/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2224E626-D443-521D-BA36-1386719F7D0E}"/>
              </a:ext>
            </a:extLst>
          </p:cNvPr>
          <p:cNvSpPr/>
          <p:nvPr/>
        </p:nvSpPr>
        <p:spPr>
          <a:xfrm>
            <a:off x="9648497" y="0"/>
            <a:ext cx="3791277" cy="706056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b="1" kern="100">
                <a:solidFill>
                  <a:schemeClr val="tx2"/>
                </a:solidFill>
                <a:latin typeface="Poppins" pitchFamily="2" charset="0"/>
                <a:ea typeface="Calibri" panose="020F0502020204030204" pitchFamily="34" charset="0"/>
                <a:cs typeface="Poppins" pitchFamily="2" charset="0"/>
              </a:rPr>
              <a:t>Ustawienia i publikacja</a:t>
            </a:r>
          </a:p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090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878BDCFD-21D7-DEC5-9A43-490C64F9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6146A402-031D-EA3F-DF71-1DF02C532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247" y="1284270"/>
            <a:ext cx="5639639" cy="119126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pl-PL"/>
              <a:t>Możliwości AI Builderów</a:t>
            </a: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3C55595B-525B-812C-A99C-2746202F4BB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22" y="226182"/>
            <a:ext cx="7275709" cy="2783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PROTOTYPOWANIE Z AI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F1115449-DEEE-8D5F-4A5F-F66656DE61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248" y="814151"/>
            <a:ext cx="6299835" cy="2981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/>
            <a:r>
              <a:rPr lang="pl-PL" sz="1000">
                <a:latin typeface="Poppins"/>
                <a:ea typeface="Poppins"/>
                <a:cs typeface="Poppins"/>
                <a:sym typeface="Poppins"/>
              </a:rPr>
              <a:t>Budowanie prototypu</a:t>
            </a:r>
          </a:p>
        </p:txBody>
      </p:sp>
      <p:sp>
        <p:nvSpPr>
          <p:cNvPr id="2" name="Google Shape;549;p51">
            <a:extLst>
              <a:ext uri="{FF2B5EF4-FFF2-40B4-BE49-F238E27FC236}">
                <a16:creationId xmlns:a16="http://schemas.microsoft.com/office/drawing/2014/main" id="{B9E9089B-E757-E9D3-CD78-D04A66AB5D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876" y="3838531"/>
            <a:ext cx="541090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3" name="Google Shape;550;p51">
            <a:extLst>
              <a:ext uri="{FF2B5EF4-FFF2-40B4-BE49-F238E27FC236}">
                <a16:creationId xmlns:a16="http://schemas.microsoft.com/office/drawing/2014/main" id="{82C50EC1-9D6F-C3B3-929A-DA09AF489EB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247" y="2227358"/>
            <a:ext cx="5249538" cy="61978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Plusy: Łatwe w starcie i potężne</a:t>
            </a:r>
            <a:br>
              <a:rPr lang="pl-PL"/>
            </a:br>
            <a:r>
              <a:rPr lang="pl-PL"/>
              <a:t>Minusy: Ograniczona kontrola, cena</a:t>
            </a:r>
          </a:p>
        </p:txBody>
      </p:sp>
      <p:sp>
        <p:nvSpPr>
          <p:cNvPr id="6" name="Google Shape;549;p51">
            <a:extLst>
              <a:ext uri="{FF2B5EF4-FFF2-40B4-BE49-F238E27FC236}">
                <a16:creationId xmlns:a16="http://schemas.microsoft.com/office/drawing/2014/main" id="{DE235000-07AF-EE76-F557-AC2453CEF1AD}"/>
              </a:ext>
            </a:extLst>
          </p:cNvPr>
          <p:cNvSpPr txBox="1">
            <a:spLocks/>
          </p:cNvSpPr>
          <p:nvPr/>
        </p:nvSpPr>
        <p:spPr>
          <a:xfrm>
            <a:off x="918876" y="3224067"/>
            <a:ext cx="5639639" cy="372013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Korzystanie z załączników i wytycznych, zasad od użytkownika.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Konfigurowanie „Design Systemu”.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Generowanie przykładowych treści.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Ręczne modyfikacje wskazanych fragmentów prototypu.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Pełny dostęp do kodu + możliwość synchronizacji z GitHub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Publikacja na serwerze + publiczny link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1600">
                <a:latin typeface="Poppins Light" pitchFamily="2" charset="0"/>
                <a:cs typeface="Poppins Light" pitchFamily="2" charset="0"/>
              </a:rPr>
              <a:t>Integracje prototypu: baza danych, autentykacja, API (np. mapy), funkcje e-commerce.</a:t>
            </a:r>
          </a:p>
          <a:p>
            <a:pPr marL="152401">
              <a:buSzPct val="100000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1600">
              <a:latin typeface="Poppins Light" pitchFamily="2" charset="0"/>
              <a:cs typeface="Poppins Light" pitchFamily="2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150FC36-5C3D-CE40-3B04-06E61EE8E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408" y="1797530"/>
            <a:ext cx="1762647" cy="333840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0E4DD2D2-7D2C-0E8C-370E-BF8EB64D2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9476" y="1797530"/>
            <a:ext cx="1772147" cy="3338402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190654A-8050-860F-77CF-B099E754F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205" y="1797921"/>
            <a:ext cx="1762646" cy="333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0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5">
          <a:extLst>
            <a:ext uri="{FF2B5EF4-FFF2-40B4-BE49-F238E27FC236}">
              <a16:creationId xmlns:a16="http://schemas.microsoft.com/office/drawing/2014/main" id="{379C1718-24C5-6178-103C-308A2016F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57;p55">
            <a:extLst>
              <a:ext uri="{FF2B5EF4-FFF2-40B4-BE49-F238E27FC236}">
                <a16:creationId xmlns:a16="http://schemas.microsoft.com/office/drawing/2014/main" id="{C9959FE7-FE3D-249F-7977-75BC844AC74D}"/>
              </a:ext>
            </a:extLst>
          </p:cNvPr>
          <p:cNvSpPr txBox="1">
            <a:spLocks/>
          </p:cNvSpPr>
          <p:nvPr/>
        </p:nvSpPr>
        <p:spPr>
          <a:xfrm>
            <a:off x="907925" y="343263"/>
            <a:ext cx="1217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lvl="0"/>
            <a:r>
              <a:rPr lang="pl-PL" sz="3200"/>
              <a:t>Jak działają narzędzia oparte o AI </a:t>
            </a:r>
            <a:r>
              <a:rPr lang="pl-PL" sz="3200">
                <a:solidFill>
                  <a:schemeClr val="bg1">
                    <a:lumMod val="75000"/>
                  </a:schemeClr>
                </a:solidFill>
              </a:rPr>
              <a:t>(w uproszczeniu)</a:t>
            </a:r>
          </a:p>
        </p:txBody>
      </p:sp>
      <p:pic>
        <p:nvPicPr>
          <p:cNvPr id="5" name="Google Shape;481;p43">
            <a:extLst>
              <a:ext uri="{FF2B5EF4-FFF2-40B4-BE49-F238E27FC236}">
                <a16:creationId xmlns:a16="http://schemas.microsoft.com/office/drawing/2014/main" id="{926DF773-F7E6-B8A6-EA1A-6EC36D434D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" b="29"/>
          <a:stretch/>
        </p:blipFill>
        <p:spPr>
          <a:xfrm>
            <a:off x="281123" y="1348336"/>
            <a:ext cx="8125457" cy="602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rostokąt 10">
            <a:extLst>
              <a:ext uri="{FF2B5EF4-FFF2-40B4-BE49-F238E27FC236}">
                <a16:creationId xmlns:a16="http://schemas.microsoft.com/office/drawing/2014/main" id="{4E233289-0908-FBC0-DA02-C29E7E08D17D}"/>
              </a:ext>
            </a:extLst>
          </p:cNvPr>
          <p:cNvSpPr/>
          <p:nvPr/>
        </p:nvSpPr>
        <p:spPr>
          <a:xfrm>
            <a:off x="1482664" y="2490593"/>
            <a:ext cx="5633883" cy="737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Uprząż (Harness)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AC6B1C-7110-8988-FA6C-E1389FCEFBE4}"/>
              </a:ext>
            </a:extLst>
          </p:cNvPr>
          <p:cNvSpPr/>
          <p:nvPr/>
        </p:nvSpPr>
        <p:spPr>
          <a:xfrm>
            <a:off x="1482664" y="3330589"/>
            <a:ext cx="5633884" cy="945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>
                <a:solidFill>
                  <a:schemeClr val="tx1"/>
                </a:solidFill>
                <a:latin typeface="Lora" pitchFamily="2" charset="0"/>
              </a:rPr>
              <a:t>Model AI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4E6747F-5327-220F-1E30-3B3D98295751}"/>
              </a:ext>
            </a:extLst>
          </p:cNvPr>
          <p:cNvSpPr txBox="1"/>
          <p:nvPr/>
        </p:nvSpPr>
        <p:spPr>
          <a:xfrm>
            <a:off x="7609713" y="1859763"/>
            <a:ext cx="3996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Przestrzeń robocza, widgety, interakcje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7C4EA63-67C6-9892-466E-C03390080B29}"/>
              </a:ext>
            </a:extLst>
          </p:cNvPr>
          <p:cNvSpPr txBox="1"/>
          <p:nvPr/>
        </p:nvSpPr>
        <p:spPr>
          <a:xfrm>
            <a:off x="7609714" y="2639732"/>
            <a:ext cx="3996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„Prompt systemowy” – instrukcje </a:t>
            </a:r>
            <a:br>
              <a:rPr lang="pl-PL">
                <a:latin typeface="Poppins" pitchFamily="2" charset="0"/>
                <a:cs typeface="Poppins" pitchFamily="2" charset="0"/>
              </a:rPr>
            </a:br>
            <a:r>
              <a:rPr lang="pl-PL">
                <a:latin typeface="Poppins" pitchFamily="2" charset="0"/>
                <a:cs typeface="Poppins" pitchFamily="2" charset="0"/>
              </a:rPr>
              <a:t>    zachowania i wbudowane umiejętności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7613B77-9AE3-03E7-05EF-052E0A6880AD}"/>
              </a:ext>
            </a:extLst>
          </p:cNvPr>
          <p:cNvSpPr txBox="1"/>
          <p:nvPr/>
        </p:nvSpPr>
        <p:spPr>
          <a:xfrm>
            <a:off x="7610166" y="3656094"/>
            <a:ext cx="4911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np. LLM typu Gemini 3.1 Pro, Claude Opus 4.7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D6E9507-B00D-8127-3694-8553C5A3F304}"/>
              </a:ext>
            </a:extLst>
          </p:cNvPr>
          <p:cNvSpPr txBox="1"/>
          <p:nvPr/>
        </p:nvSpPr>
        <p:spPr>
          <a:xfrm>
            <a:off x="7610167" y="5671461"/>
            <a:ext cx="4911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API/MCP/CLI etc.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C7241C3F-4133-070D-43FC-89FE53B05BBB}"/>
              </a:ext>
            </a:extLst>
          </p:cNvPr>
          <p:cNvSpPr/>
          <p:nvPr/>
        </p:nvSpPr>
        <p:spPr>
          <a:xfrm>
            <a:off x="1482664" y="1650597"/>
            <a:ext cx="5633883" cy="737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Interfejs użytkownika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B2E4C061-7A6D-B071-7B19-9D1493645644}"/>
              </a:ext>
            </a:extLst>
          </p:cNvPr>
          <p:cNvSpPr/>
          <p:nvPr/>
        </p:nvSpPr>
        <p:spPr>
          <a:xfrm>
            <a:off x="1482664" y="5360426"/>
            <a:ext cx="5633883" cy="85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Integracje z zewnętrznymi usługami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8863B0B2-3672-43B4-4B6A-85A2C81069F9}"/>
              </a:ext>
            </a:extLst>
          </p:cNvPr>
          <p:cNvSpPr/>
          <p:nvPr/>
        </p:nvSpPr>
        <p:spPr>
          <a:xfrm>
            <a:off x="1482665" y="4392551"/>
            <a:ext cx="5633882" cy="85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Kontekst (wiedza) </a:t>
            </a:r>
            <a:br>
              <a:rPr lang="pl-PL" sz="2000">
                <a:solidFill>
                  <a:schemeClr val="tx1"/>
                </a:solidFill>
                <a:latin typeface="Lora" pitchFamily="2" charset="0"/>
              </a:rPr>
            </a:br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od użytkownika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C4819A6-4848-52A0-D7B0-BEA15252012B}"/>
              </a:ext>
            </a:extLst>
          </p:cNvPr>
          <p:cNvSpPr txBox="1"/>
          <p:nvPr/>
        </p:nvSpPr>
        <p:spPr>
          <a:xfrm>
            <a:off x="7609713" y="4651506"/>
            <a:ext cx="4911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Poppins" pitchFamily="2" charset="0"/>
                <a:cs typeface="Poppins" pitchFamily="2" charset="0"/>
              </a:rPr>
              <a:t>&lt; Załączniki, assety, .MD, RAG</a:t>
            </a:r>
          </a:p>
        </p:txBody>
      </p:sp>
    </p:spTree>
    <p:extLst>
      <p:ext uri="{BB962C8B-B14F-4D97-AF65-F5344CB8AC3E}">
        <p14:creationId xmlns:p14="http://schemas.microsoft.com/office/powerpoint/2010/main" val="411880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185868-45D5-DC9E-3E2E-8ACBB93E1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D9601C10-CAEA-8302-F4AE-6F184627A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887" y="441435"/>
            <a:ext cx="3420746" cy="647879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4E2C2179-2CDD-5507-833E-8826FC431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713" y="441434"/>
            <a:ext cx="3439183" cy="647879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787930D-CFF0-4702-04D1-8644BDA17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347" y="441434"/>
            <a:ext cx="3420745" cy="64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89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57A7CF-A572-711E-49D5-992D2022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1744CD1A-F5E8-BBB9-6BF0-8D2EAD59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87" y="534422"/>
            <a:ext cx="3420745" cy="6490829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D77BD92E-088D-8A29-836E-07F315D15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609" y="534422"/>
            <a:ext cx="3446014" cy="649082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D2C5B8E0-9D50-7C89-D818-83D4EFFBC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676" y="1930562"/>
            <a:ext cx="4331412" cy="31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6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54C4A-9315-EA89-3784-F921BD69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F9A6D13A-3B77-120C-312B-80D13664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764" y="2578100"/>
            <a:ext cx="5402123" cy="451382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0B8D7A7F-79E7-6E04-2D21-D0D9141EC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579" y="2826897"/>
            <a:ext cx="4648200" cy="358140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E5E6C822-534D-AAE6-8419-8EAC23820F2F}"/>
              </a:ext>
            </a:extLst>
          </p:cNvPr>
          <p:cNvSpPr txBox="1"/>
          <p:nvPr/>
        </p:nvSpPr>
        <p:spPr>
          <a:xfrm>
            <a:off x="757745" y="1151378"/>
            <a:ext cx="120810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Prototypowanie z AI – prawie jak rozmowa </a:t>
            </a:r>
            <a:b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</a:br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z projektantem i programistą </a:t>
            </a:r>
          </a:p>
        </p:txBody>
      </p:sp>
    </p:spTree>
    <p:extLst>
      <p:ext uri="{BB962C8B-B14F-4D97-AF65-F5344CB8AC3E}">
        <p14:creationId xmlns:p14="http://schemas.microsoft.com/office/powerpoint/2010/main" val="1124053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FC7C-1709-3079-7889-08E4DEDC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D77CCC81-CB6C-9840-AB73-9FC90EFD7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30626"/>
            <a:ext cx="13421307" cy="6507723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AD1329BB-42F0-215F-B3FD-308AEC897B88}"/>
              </a:ext>
            </a:extLst>
          </p:cNvPr>
          <p:cNvSpPr/>
          <p:nvPr/>
        </p:nvSpPr>
        <p:spPr>
          <a:xfrm>
            <a:off x="-42186" y="6022428"/>
            <a:ext cx="13439776" cy="157929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Silne strony: ekosystem Google, obecnie darmowy codziennie!</a:t>
            </a:r>
          </a:p>
          <a:p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Minusy: publikacja wymaga konfiguracji Google Cloud</a:t>
            </a:r>
          </a:p>
        </p:txBody>
      </p:sp>
      <p:pic>
        <p:nvPicPr>
          <p:cNvPr id="6" name="Picture 2" descr="Google AI Studio (@GoogleAIStudio) / Posts / X">
            <a:extLst>
              <a:ext uri="{FF2B5EF4-FFF2-40B4-BE49-F238E27FC236}">
                <a16:creationId xmlns:a16="http://schemas.microsoft.com/office/drawing/2014/main" id="{29DB6C7C-E098-9150-7455-F530706FD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74" y="0"/>
            <a:ext cx="734483" cy="73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BFA49F64-1F50-A7D1-5031-7276B84E4714}"/>
              </a:ext>
            </a:extLst>
          </p:cNvPr>
          <p:cNvSpPr txBox="1"/>
          <p:nvPr/>
        </p:nvSpPr>
        <p:spPr>
          <a:xfrm>
            <a:off x="1308537" y="136408"/>
            <a:ext cx="3783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>
                <a:latin typeface="Lora" pitchFamily="2" charset="0"/>
              </a:rPr>
              <a:t>Google AI Studio</a:t>
            </a:r>
          </a:p>
        </p:txBody>
      </p:sp>
    </p:spTree>
    <p:extLst>
      <p:ext uri="{BB962C8B-B14F-4D97-AF65-F5344CB8AC3E}">
        <p14:creationId xmlns:p14="http://schemas.microsoft.com/office/powerpoint/2010/main" val="241333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18D8-6106-4A7F-937F-FCC65F30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99358BCB-6DBB-64D3-2BCE-0D1C46DC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55" y="770189"/>
            <a:ext cx="11351172" cy="6789486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90B50C31-B6B6-C8F0-B3C0-F24EAA04C6FC}"/>
              </a:ext>
            </a:extLst>
          </p:cNvPr>
          <p:cNvSpPr/>
          <p:nvPr/>
        </p:nvSpPr>
        <p:spPr>
          <a:xfrm>
            <a:off x="-42186" y="6022428"/>
            <a:ext cx="13439776" cy="157929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Silne strony: ekosystem Figmy, funkcja Copy design (wreszcie!)</a:t>
            </a:r>
          </a:p>
          <a:p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Minusy: szybkie zużycie tokenów.</a:t>
            </a:r>
          </a:p>
        </p:txBody>
      </p:sp>
      <p:pic>
        <p:nvPicPr>
          <p:cNvPr id="3074" name="Picture 2" descr="Figma Logo and symbol, meaning, history, PNG, brand">
            <a:extLst>
              <a:ext uri="{FF2B5EF4-FFF2-40B4-BE49-F238E27FC236}">
                <a16:creationId xmlns:a16="http://schemas.microsoft.com/office/drawing/2014/main" id="{E0AB829C-C7E2-B788-1BB8-AC1226DC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64" y="-89994"/>
            <a:ext cx="1529255" cy="86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2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DFAD-0346-EDC7-223B-9DDE44F8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5DEA4E24-0519-B87E-9003-E16B368B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" y="812033"/>
            <a:ext cx="13439405" cy="6747642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507BCD61-0F80-ADA6-049D-E4CE792919F5}"/>
              </a:ext>
            </a:extLst>
          </p:cNvPr>
          <p:cNvSpPr/>
          <p:nvPr/>
        </p:nvSpPr>
        <p:spPr>
          <a:xfrm>
            <a:off x="-42186" y="6022428"/>
            <a:ext cx="13439776" cy="157929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Silne strony: jakość rozumowania i projektowania, </a:t>
            </a:r>
            <a:b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</a:br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ekosystem Vercel</a:t>
            </a:r>
          </a:p>
        </p:txBody>
      </p:sp>
      <p:pic>
        <p:nvPicPr>
          <p:cNvPr id="5" name="Picture 2" descr="What is v0? | v0 Docs">
            <a:extLst>
              <a:ext uri="{FF2B5EF4-FFF2-40B4-BE49-F238E27FC236}">
                <a16:creationId xmlns:a16="http://schemas.microsoft.com/office/drawing/2014/main" id="{3D52D4F4-0954-80CE-52F5-6A1394D5E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89" y="0"/>
            <a:ext cx="760928" cy="76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85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ęciokąt 33">
            <a:extLst>
              <a:ext uri="{FF2B5EF4-FFF2-40B4-BE49-F238E27FC236}">
                <a16:creationId xmlns:a16="http://schemas.microsoft.com/office/drawing/2014/main" id="{E8D9462E-B792-1AF6-8B45-B479238E9660}"/>
              </a:ext>
            </a:extLst>
          </p:cNvPr>
          <p:cNvSpPr/>
          <p:nvPr/>
        </p:nvSpPr>
        <p:spPr>
          <a:xfrm>
            <a:off x="8561777" y="151683"/>
            <a:ext cx="4877998" cy="663865"/>
          </a:xfrm>
          <a:prstGeom prst="homePlat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ięciokąt 32">
            <a:extLst>
              <a:ext uri="{FF2B5EF4-FFF2-40B4-BE49-F238E27FC236}">
                <a16:creationId xmlns:a16="http://schemas.microsoft.com/office/drawing/2014/main" id="{676A27FD-186C-FB0E-9EC9-5C9EE8365DD3}"/>
              </a:ext>
            </a:extLst>
          </p:cNvPr>
          <p:cNvSpPr/>
          <p:nvPr/>
        </p:nvSpPr>
        <p:spPr>
          <a:xfrm>
            <a:off x="4296153" y="154688"/>
            <a:ext cx="4672794" cy="66386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Pięciokąt 31">
            <a:extLst>
              <a:ext uri="{FF2B5EF4-FFF2-40B4-BE49-F238E27FC236}">
                <a16:creationId xmlns:a16="http://schemas.microsoft.com/office/drawing/2014/main" id="{8A83DE74-1EE0-EC57-D9DA-085B88EBE512}"/>
              </a:ext>
            </a:extLst>
          </p:cNvPr>
          <p:cNvSpPr/>
          <p:nvPr/>
        </p:nvSpPr>
        <p:spPr>
          <a:xfrm>
            <a:off x="-19771" y="151683"/>
            <a:ext cx="4672794" cy="663865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E378E35-790B-20BF-07B7-3FA84998E560}"/>
              </a:ext>
            </a:extLst>
          </p:cNvPr>
          <p:cNvSpPr txBox="1"/>
          <p:nvPr/>
        </p:nvSpPr>
        <p:spPr>
          <a:xfrm>
            <a:off x="742871" y="264360"/>
            <a:ext cx="3102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>
                <a:latin typeface="Poppins" pitchFamily="2" charset="0"/>
                <a:cs typeface="Poppins" pitchFamily="2" charset="0"/>
              </a:rPr>
              <a:t>Prompt startowy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A501AEA-CD67-32B4-063A-76C4F0F37CF0}"/>
              </a:ext>
            </a:extLst>
          </p:cNvPr>
          <p:cNvSpPr txBox="1"/>
          <p:nvPr/>
        </p:nvSpPr>
        <p:spPr>
          <a:xfrm>
            <a:off x="6052446" y="264359"/>
            <a:ext cx="1265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>
                <a:latin typeface="Poppins" pitchFamily="2" charset="0"/>
                <a:cs typeface="Poppins" pitchFamily="2" charset="0"/>
              </a:rPr>
              <a:t>Plan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BE1E593-49E7-43E8-E1FC-64536A6CAE7C}"/>
              </a:ext>
            </a:extLst>
          </p:cNvPr>
          <p:cNvSpPr txBox="1"/>
          <p:nvPr/>
        </p:nvSpPr>
        <p:spPr>
          <a:xfrm>
            <a:off x="10284864" y="294889"/>
            <a:ext cx="2412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>
                <a:latin typeface="Poppins" pitchFamily="2" charset="0"/>
                <a:cs typeface="Poppins" pitchFamily="2" charset="0"/>
              </a:rPr>
              <a:t>Budowanie</a:t>
            </a:r>
          </a:p>
        </p:txBody>
      </p:sp>
      <p:pic>
        <p:nvPicPr>
          <p:cNvPr id="17" name="Google Shape;481;p43">
            <a:extLst>
              <a:ext uri="{FF2B5EF4-FFF2-40B4-BE49-F238E27FC236}">
                <a16:creationId xmlns:a16="http://schemas.microsoft.com/office/drawing/2014/main" id="{C37D75A3-D05E-6C8D-224E-81D4843531F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9" b="29"/>
          <a:stretch/>
        </p:blipFill>
        <p:spPr>
          <a:xfrm>
            <a:off x="2657158" y="2170139"/>
            <a:ext cx="8125457" cy="602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Prostokąt 17">
            <a:extLst>
              <a:ext uri="{FF2B5EF4-FFF2-40B4-BE49-F238E27FC236}">
                <a16:creationId xmlns:a16="http://schemas.microsoft.com/office/drawing/2014/main" id="{FD37268B-238B-FCD5-2227-E12E17135D21}"/>
              </a:ext>
            </a:extLst>
          </p:cNvPr>
          <p:cNvSpPr/>
          <p:nvPr/>
        </p:nvSpPr>
        <p:spPr>
          <a:xfrm>
            <a:off x="3858700" y="2296639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Definicja produktu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89DDB8C2-C097-0DEC-D1AF-98A644726040}"/>
              </a:ext>
            </a:extLst>
          </p:cNvPr>
          <p:cNvSpPr/>
          <p:nvPr/>
        </p:nvSpPr>
        <p:spPr>
          <a:xfrm>
            <a:off x="3858700" y="3016391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Cele biznesowe i produktowe</a:t>
            </a:r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068438D3-82DB-AD39-DE73-897B53514FB6}"/>
              </a:ext>
            </a:extLst>
          </p:cNvPr>
          <p:cNvSpPr/>
          <p:nvPr/>
        </p:nvSpPr>
        <p:spPr>
          <a:xfrm>
            <a:off x="3863789" y="3736143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User stories: MVP i dalszy rozwój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A22EC870-91DB-E5DA-33C1-62B403972329}"/>
              </a:ext>
            </a:extLst>
          </p:cNvPr>
          <p:cNvSpPr/>
          <p:nvPr/>
        </p:nvSpPr>
        <p:spPr>
          <a:xfrm>
            <a:off x="3858700" y="4478476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Stack technologiczny</a:t>
            </a:r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94E772F0-4C0A-C536-4F91-990746653FB1}"/>
              </a:ext>
            </a:extLst>
          </p:cNvPr>
          <p:cNvSpPr/>
          <p:nvPr/>
        </p:nvSpPr>
        <p:spPr>
          <a:xfrm>
            <a:off x="3858700" y="5218621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Struktura treści/przykłady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B21ED7A4-D5DD-656B-5645-ADE60CD011D0}"/>
              </a:ext>
            </a:extLst>
          </p:cNvPr>
          <p:cNvSpPr/>
          <p:nvPr/>
        </p:nvSpPr>
        <p:spPr>
          <a:xfrm>
            <a:off x="3858700" y="5958766"/>
            <a:ext cx="5633884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Design Specification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FBC0A6F5-9344-5DD0-CC36-3F49566B946E}"/>
              </a:ext>
            </a:extLst>
          </p:cNvPr>
          <p:cNvSpPr txBox="1"/>
          <p:nvPr/>
        </p:nvSpPr>
        <p:spPr>
          <a:xfrm>
            <a:off x="4920583" y="6698911"/>
            <a:ext cx="35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>
                <a:latin typeface="Lora" pitchFamily="2" charset="0"/>
              </a:rPr>
              <a:t>+ załączniki, np. mockupy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74365A5F-DB74-549A-F841-E64F7AC10B9D}"/>
              </a:ext>
            </a:extLst>
          </p:cNvPr>
          <p:cNvSpPr txBox="1"/>
          <p:nvPr/>
        </p:nvSpPr>
        <p:spPr>
          <a:xfrm>
            <a:off x="742871" y="948589"/>
            <a:ext cx="3334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Lora" pitchFamily="2" charset="0"/>
              </a:rPr>
              <a:t>Zaplanujmy zbudowanie.... na bazie załączników.</a:t>
            </a:r>
          </a:p>
        </p:txBody>
      </p:sp>
      <p:sp>
        <p:nvSpPr>
          <p:cNvPr id="28" name="Dowolny kształt 27">
            <a:extLst>
              <a:ext uri="{FF2B5EF4-FFF2-40B4-BE49-F238E27FC236}">
                <a16:creationId xmlns:a16="http://schemas.microsoft.com/office/drawing/2014/main" id="{2ECFEC11-3EE8-0133-6025-742ABE1EC7B2}"/>
              </a:ext>
            </a:extLst>
          </p:cNvPr>
          <p:cNvSpPr/>
          <p:nvPr/>
        </p:nvSpPr>
        <p:spPr>
          <a:xfrm rot="12208711" flipH="1">
            <a:off x="5402548" y="589268"/>
            <a:ext cx="356347" cy="1588827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Dowolny kształt 28">
            <a:extLst>
              <a:ext uri="{FF2B5EF4-FFF2-40B4-BE49-F238E27FC236}">
                <a16:creationId xmlns:a16="http://schemas.microsoft.com/office/drawing/2014/main" id="{982DC589-8081-10DB-8067-3FEC3F49AF4D}"/>
              </a:ext>
            </a:extLst>
          </p:cNvPr>
          <p:cNvSpPr/>
          <p:nvPr/>
        </p:nvSpPr>
        <p:spPr>
          <a:xfrm rot="17730752" flipH="1">
            <a:off x="7103112" y="554192"/>
            <a:ext cx="198895" cy="646493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Prostokąt 29">
            <a:extLst>
              <a:ext uri="{FF2B5EF4-FFF2-40B4-BE49-F238E27FC236}">
                <a16:creationId xmlns:a16="http://schemas.microsoft.com/office/drawing/2014/main" id="{E7882BE5-46C1-5562-3FB5-918C3C14F270}"/>
              </a:ext>
            </a:extLst>
          </p:cNvPr>
          <p:cNvSpPr/>
          <p:nvPr/>
        </p:nvSpPr>
        <p:spPr>
          <a:xfrm>
            <a:off x="7006257" y="1106414"/>
            <a:ext cx="2068295" cy="637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>
                <a:solidFill>
                  <a:schemeClr val="tx1"/>
                </a:solidFill>
                <a:latin typeface="Lora" pitchFamily="2" charset="0"/>
              </a:rPr>
              <a:t>Plan budowania</a:t>
            </a:r>
          </a:p>
        </p:txBody>
      </p:sp>
      <p:sp>
        <p:nvSpPr>
          <p:cNvPr id="31" name="Dowolny kształt 30">
            <a:extLst>
              <a:ext uri="{FF2B5EF4-FFF2-40B4-BE49-F238E27FC236}">
                <a16:creationId xmlns:a16="http://schemas.microsoft.com/office/drawing/2014/main" id="{711D1E7A-C2C5-7444-DA27-7FAA771DA8DD}"/>
              </a:ext>
            </a:extLst>
          </p:cNvPr>
          <p:cNvSpPr/>
          <p:nvPr/>
        </p:nvSpPr>
        <p:spPr>
          <a:xfrm rot="13908944" flipH="1">
            <a:off x="9579688" y="433761"/>
            <a:ext cx="94435" cy="1259247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Dowolny kształt 34">
            <a:extLst>
              <a:ext uri="{FF2B5EF4-FFF2-40B4-BE49-F238E27FC236}">
                <a16:creationId xmlns:a16="http://schemas.microsoft.com/office/drawing/2014/main" id="{F6FDA6C8-3852-881C-2EA5-8EF6E18253CB}"/>
              </a:ext>
            </a:extLst>
          </p:cNvPr>
          <p:cNvSpPr/>
          <p:nvPr/>
        </p:nvSpPr>
        <p:spPr>
          <a:xfrm rot="13908944">
            <a:off x="10151127" y="747713"/>
            <a:ext cx="628525" cy="2002893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6" name="Dowolny kształt 35">
            <a:extLst>
              <a:ext uri="{FF2B5EF4-FFF2-40B4-BE49-F238E27FC236}">
                <a16:creationId xmlns:a16="http://schemas.microsoft.com/office/drawing/2014/main" id="{50C90B43-A135-5907-D685-888B06F8A39E}"/>
              </a:ext>
            </a:extLst>
          </p:cNvPr>
          <p:cNvSpPr/>
          <p:nvPr/>
        </p:nvSpPr>
        <p:spPr>
          <a:xfrm rot="18048514">
            <a:off x="2543205" y="982728"/>
            <a:ext cx="287097" cy="1900845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252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69314664-4A84-ABF2-B1B5-C1105FA3B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789"/>
            <a:ext cx="13439775" cy="6747886"/>
          </a:xfrm>
          <a:prstGeom prst="rect">
            <a:avLst/>
          </a:prstGeom>
        </p:spPr>
      </p:pic>
      <p:pic>
        <p:nvPicPr>
          <p:cNvPr id="1026" name="Picture 2" descr="Lovable Logo Free Download">
            <a:extLst>
              <a:ext uri="{FF2B5EF4-FFF2-40B4-BE49-F238E27FC236}">
                <a16:creationId xmlns:a16="http://schemas.microsoft.com/office/drawing/2014/main" id="{E7D1FCD2-24AA-F0DB-3564-40BA0F1D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69086"/>
            <a:ext cx="2372217" cy="237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FEC2DDA6-4316-E781-E035-6FFA1E0CEE3B}"/>
              </a:ext>
            </a:extLst>
          </p:cNvPr>
          <p:cNvSpPr/>
          <p:nvPr/>
        </p:nvSpPr>
        <p:spPr>
          <a:xfrm>
            <a:off x="-42186" y="6022428"/>
            <a:ext cx="13439776" cy="157929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Silne strony: prostota integracji w ramach Lovable Cloud &amp; AI</a:t>
            </a:r>
            <a:b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</a:br>
            <a:r>
              <a:rPr lang="pl-PL" sz="3200">
                <a:solidFill>
                  <a:schemeClr val="tx2"/>
                </a:solidFill>
                <a:latin typeface="Lora" pitchFamily="2" charset="0"/>
                <a:cs typeface="Poppins" pitchFamily="2" charset="0"/>
              </a:rPr>
              <a:t>(baza danych, konta użytkowników, Shopify i więcej)</a:t>
            </a:r>
          </a:p>
        </p:txBody>
      </p:sp>
    </p:spTree>
    <p:extLst>
      <p:ext uri="{BB962C8B-B14F-4D97-AF65-F5344CB8AC3E}">
        <p14:creationId xmlns:p14="http://schemas.microsoft.com/office/powerpoint/2010/main" val="1985189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5A7A57-300A-A497-0A16-D13B474B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1D7DA1EA-4705-1AFC-FFFA-5F7C5953253F}"/>
              </a:ext>
            </a:extLst>
          </p:cNvPr>
          <p:cNvSpPr/>
          <p:nvPr/>
        </p:nvSpPr>
        <p:spPr>
          <a:xfrm>
            <a:off x="743233" y="736629"/>
            <a:ext cx="5662697" cy="1031052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10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495F8F0-6768-1CE1-C90D-93A85200E037}"/>
              </a:ext>
            </a:extLst>
          </p:cNvPr>
          <p:cNvSpPr txBox="1"/>
          <p:nvPr/>
        </p:nvSpPr>
        <p:spPr>
          <a:xfrm>
            <a:off x="743233" y="690463"/>
            <a:ext cx="60209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Typowy stack technologiczny frontendu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9DB2E516-E39E-5C77-76E7-1372E38B4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5" y="1988164"/>
            <a:ext cx="9778727" cy="542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68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E1F215-573F-4009-CDF0-526F6BFC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EE959E12-4846-86D2-E5BC-00151A170156}"/>
              </a:ext>
            </a:extLst>
          </p:cNvPr>
          <p:cNvSpPr/>
          <p:nvPr/>
        </p:nvSpPr>
        <p:spPr>
          <a:xfrm>
            <a:off x="743233" y="736629"/>
            <a:ext cx="5662697" cy="1031052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10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C2D9B1E-A730-2FD7-BBEB-5BA214B7F963}"/>
              </a:ext>
            </a:extLst>
          </p:cNvPr>
          <p:cNvSpPr txBox="1"/>
          <p:nvPr/>
        </p:nvSpPr>
        <p:spPr>
          <a:xfrm>
            <a:off x="743233" y="2575880"/>
            <a:ext cx="3182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React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3576A3A-77C4-5185-C39E-315EB3D06907}"/>
              </a:ext>
            </a:extLst>
          </p:cNvPr>
          <p:cNvSpPr txBox="1"/>
          <p:nvPr/>
        </p:nvSpPr>
        <p:spPr>
          <a:xfrm>
            <a:off x="743233" y="690463"/>
            <a:ext cx="60209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Typowy stack technologiczny frontendu</a:t>
            </a:r>
          </a:p>
        </p:txBody>
      </p:sp>
      <p:sp>
        <p:nvSpPr>
          <p:cNvPr id="6" name="Dowolny kształt 5">
            <a:extLst>
              <a:ext uri="{FF2B5EF4-FFF2-40B4-BE49-F238E27FC236}">
                <a16:creationId xmlns:a16="http://schemas.microsoft.com/office/drawing/2014/main" id="{F9579DCC-C8A7-737D-26C8-0882BD3B1486}"/>
              </a:ext>
            </a:extLst>
          </p:cNvPr>
          <p:cNvSpPr/>
          <p:nvPr/>
        </p:nvSpPr>
        <p:spPr>
          <a:xfrm rot="21187296">
            <a:off x="1428459" y="3265029"/>
            <a:ext cx="146223" cy="1138060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Dowolny kształt 6">
            <a:extLst>
              <a:ext uri="{FF2B5EF4-FFF2-40B4-BE49-F238E27FC236}">
                <a16:creationId xmlns:a16="http://schemas.microsoft.com/office/drawing/2014/main" id="{C95CC9CA-3EA1-0F4E-AA63-48EE8CE3C515}"/>
              </a:ext>
            </a:extLst>
          </p:cNvPr>
          <p:cNvSpPr/>
          <p:nvPr/>
        </p:nvSpPr>
        <p:spPr>
          <a:xfrm rot="21187296" flipH="1">
            <a:off x="9515816" y="3320106"/>
            <a:ext cx="60834" cy="1138060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784216F-A943-2959-2D41-B4E12EFBE9B3}"/>
              </a:ext>
            </a:extLst>
          </p:cNvPr>
          <p:cNvSpPr txBox="1"/>
          <p:nvPr/>
        </p:nvSpPr>
        <p:spPr>
          <a:xfrm>
            <a:off x="743233" y="4507463"/>
            <a:ext cx="36553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Biblioteka frontendowa</a:t>
            </a:r>
          </a:p>
          <a:p>
            <a:r>
              <a:rPr lang="pl-PL" sz="1600">
                <a:latin typeface="Lora" pitchFamily="2" charset="0"/>
              </a:rPr>
              <a:t>Reużywalne deklaratywne komponenty UI. Rozszerzona wersja: Next.js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7C089D0-089C-512C-ACB1-3C68374E3DC6}"/>
              </a:ext>
            </a:extLst>
          </p:cNvPr>
          <p:cNvSpPr txBox="1"/>
          <p:nvPr/>
        </p:nvSpPr>
        <p:spPr>
          <a:xfrm>
            <a:off x="4701612" y="2575879"/>
            <a:ext cx="3182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Tailwind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73625E4-F176-B155-DA00-374B4E9F00A4}"/>
              </a:ext>
            </a:extLst>
          </p:cNvPr>
          <p:cNvSpPr txBox="1"/>
          <p:nvPr/>
        </p:nvSpPr>
        <p:spPr>
          <a:xfrm>
            <a:off x="8889984" y="2569913"/>
            <a:ext cx="3182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ShadCN/UI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75D884A-4E4B-9AE1-2F58-02B4DA7FAFC3}"/>
              </a:ext>
            </a:extLst>
          </p:cNvPr>
          <p:cNvSpPr txBox="1"/>
          <p:nvPr/>
        </p:nvSpPr>
        <p:spPr>
          <a:xfrm>
            <a:off x="739212" y="6238271"/>
            <a:ext cx="9918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Lora" pitchFamily="2" charset="0"/>
              </a:rPr>
              <a:t>Alternatywne możliwości: Vue, Angular, Flutter, Svelte. 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DAA5929-D6AA-B806-D921-090E6971E909}"/>
              </a:ext>
            </a:extLst>
          </p:cNvPr>
          <p:cNvSpPr txBox="1"/>
          <p:nvPr/>
        </p:nvSpPr>
        <p:spPr>
          <a:xfrm>
            <a:off x="4701612" y="4457714"/>
            <a:ext cx="3655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Framework CSS</a:t>
            </a:r>
          </a:p>
          <a:p>
            <a:r>
              <a:rPr lang="pl-PL" sz="1600">
                <a:latin typeface="Lora" pitchFamily="2" charset="0"/>
              </a:rPr>
              <a:t>Klasy elementów, które łatwo skalować i zachowywać spójność.</a:t>
            </a:r>
          </a:p>
        </p:txBody>
      </p:sp>
      <p:sp>
        <p:nvSpPr>
          <p:cNvPr id="14" name="Dowolny kształt 13">
            <a:extLst>
              <a:ext uri="{FF2B5EF4-FFF2-40B4-BE49-F238E27FC236}">
                <a16:creationId xmlns:a16="http://schemas.microsoft.com/office/drawing/2014/main" id="{0A25201A-149B-5968-D141-BCC8EB39969E}"/>
              </a:ext>
            </a:extLst>
          </p:cNvPr>
          <p:cNvSpPr/>
          <p:nvPr/>
        </p:nvSpPr>
        <p:spPr>
          <a:xfrm rot="21187296">
            <a:off x="4956002" y="3163846"/>
            <a:ext cx="221338" cy="1138060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DD4F0DA-21F9-EC9E-F862-8DFBBCAE5E2C}"/>
              </a:ext>
            </a:extLst>
          </p:cNvPr>
          <p:cNvSpPr txBox="1"/>
          <p:nvPr/>
        </p:nvSpPr>
        <p:spPr>
          <a:xfrm>
            <a:off x="8889983" y="4457714"/>
            <a:ext cx="3943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Zestaw komponentów/design system</a:t>
            </a:r>
          </a:p>
          <a:p>
            <a:r>
              <a:rPr lang="pl-PL" sz="1600">
                <a:latin typeface="Lora" pitchFamily="2" charset="0"/>
              </a:rPr>
              <a:t>Dostępność WCAG + łatwość modyfikacji do potrzebnego stylu.</a:t>
            </a:r>
          </a:p>
        </p:txBody>
      </p:sp>
    </p:spTree>
    <p:extLst>
      <p:ext uri="{BB962C8B-B14F-4D97-AF65-F5344CB8AC3E}">
        <p14:creationId xmlns:p14="http://schemas.microsoft.com/office/powerpoint/2010/main" val="176800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1" grpId="0"/>
      <p:bldP spid="13" grpId="0"/>
      <p:bldP spid="14" grpId="0" animBg="1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AAF098-5B33-5344-A1C3-F0122D30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BA15ED1C-FDDE-10AA-966E-31AD4CDF9718}"/>
              </a:ext>
            </a:extLst>
          </p:cNvPr>
          <p:cNvSpPr/>
          <p:nvPr/>
        </p:nvSpPr>
        <p:spPr>
          <a:xfrm>
            <a:off x="743233" y="736629"/>
            <a:ext cx="5662697" cy="1031052"/>
          </a:xfrm>
          <a:prstGeom prst="rect">
            <a:avLst/>
          </a:prstGeom>
          <a:solidFill>
            <a:srgbClr val="FEB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10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344DDE6-98E9-A362-8CD3-2E25023614B5}"/>
              </a:ext>
            </a:extLst>
          </p:cNvPr>
          <p:cNvSpPr txBox="1"/>
          <p:nvPr/>
        </p:nvSpPr>
        <p:spPr>
          <a:xfrm>
            <a:off x="743233" y="690463"/>
            <a:ext cx="60209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Typowy stack technologiczny frontendu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D620065-4923-8A05-35EA-B1FFCC5C8BD5}"/>
              </a:ext>
            </a:extLst>
          </p:cNvPr>
          <p:cNvSpPr txBox="1"/>
          <p:nvPr/>
        </p:nvSpPr>
        <p:spPr>
          <a:xfrm>
            <a:off x="739211" y="2569913"/>
            <a:ext cx="424614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Tailwind</a:t>
            </a:r>
          </a:p>
          <a:p>
            <a:endParaRPr lang="pl-PL" sz="3200" b="1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18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Kolory, odstępy, typografia, cienie,</a:t>
            </a:r>
          </a:p>
          <a:p>
            <a:r>
              <a:rPr lang="pl-PL" sz="18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dark mode, responsywność.</a:t>
            </a:r>
          </a:p>
          <a:p>
            <a:endParaRPr lang="pl-PL" sz="1800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Tailwind Custom Theme Extension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theme: {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extend: {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colors: {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  primary: '#4f46e5',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  secondary: '#06b6d4',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},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fontFamily: {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  sans: ['Inter', 'sans-serif'],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},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spacing: {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  '72': '18rem',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  '84': '21rem',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  },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  },</a:t>
            </a:r>
          </a:p>
          <a:p>
            <a:r>
              <a:rPr lang="pl-PL" sz="105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}</a:t>
            </a:r>
            <a:endParaRPr lang="pl-PL" sz="1000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3B8223B-6C8E-508D-6BAD-283B6CC57170}"/>
              </a:ext>
            </a:extLst>
          </p:cNvPr>
          <p:cNvSpPr txBox="1"/>
          <p:nvPr/>
        </p:nvSpPr>
        <p:spPr>
          <a:xfrm>
            <a:off x="9031265" y="2569913"/>
            <a:ext cx="340707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ShadCN/UI</a:t>
            </a:r>
          </a:p>
          <a:p>
            <a:endParaRPr lang="pl-PL" sz="3200" b="1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18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Gotowe, dobrze przemyślane komponenty, łatwe do adaptacji pod kątem stylu.</a:t>
            </a:r>
          </a:p>
          <a:p>
            <a:endParaRPr lang="pl-PL" sz="1800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18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Poprawne pod kątem dostępności: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Zarządzanie Focusem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Nawigacja klawiaturą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Atrybuty ARIA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5BD12C3C-D40F-0D25-9A7F-7FE35473C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171" y="2056346"/>
            <a:ext cx="2241985" cy="515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78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9CCB2-6D07-7271-8521-CBE6D7804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81590238-7CCC-AEE7-156C-2BCB7B030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3397591" cy="6747641"/>
          </a:xfrm>
          <a:prstGeom prst="rect">
            <a:avLst/>
          </a:prstGeom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E065C5C9-F9C7-7E8B-445C-707EB878DF86}"/>
              </a:ext>
            </a:extLst>
          </p:cNvPr>
          <p:cNvSpPr/>
          <p:nvPr/>
        </p:nvSpPr>
        <p:spPr>
          <a:xfrm>
            <a:off x="-42186" y="0"/>
            <a:ext cx="13439776" cy="7601718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A6E4AFF-EA7A-FF6B-6D9E-C3C709242D83}"/>
              </a:ext>
            </a:extLst>
          </p:cNvPr>
          <p:cNvSpPr txBox="1"/>
          <p:nvPr/>
        </p:nvSpPr>
        <p:spPr>
          <a:xfrm>
            <a:off x="1720526" y="3089600"/>
            <a:ext cx="93201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2"/>
                </a:solidFill>
                <a:latin typeface="Poppins" pitchFamily="2" charset="0"/>
                <a:cs typeface="Poppins" pitchFamily="2" charset="0"/>
              </a:rPr>
              <a:t>Jeszcze więcej możliwości:</a:t>
            </a:r>
          </a:p>
          <a:p>
            <a:r>
              <a:rPr lang="pl-PL" sz="3200" b="1">
                <a:solidFill>
                  <a:schemeClr val="tx2"/>
                </a:solidFill>
                <a:latin typeface="Poppins" pitchFamily="2" charset="0"/>
                <a:cs typeface="Poppins" pitchFamily="2" charset="0"/>
              </a:rPr>
              <a:t>Software on demand</a:t>
            </a:r>
          </a:p>
        </p:txBody>
      </p:sp>
    </p:spTree>
    <p:extLst>
      <p:ext uri="{BB962C8B-B14F-4D97-AF65-F5344CB8AC3E}">
        <p14:creationId xmlns:p14="http://schemas.microsoft.com/office/powerpoint/2010/main" val="220313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8C077FB-6140-2024-E2B6-40234EAA0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3461" y="0"/>
            <a:ext cx="14046695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90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B951A560-1861-6417-9523-3B713827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2F747E77-1DC3-0FA5-2524-8C8CB4792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247" y="1284270"/>
            <a:ext cx="5639639" cy="119126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pl-PL"/>
              <a:t>Odtwarzanie istniejącego stylu produktu</a:t>
            </a: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877B42F0-1C6B-467D-D329-26148E7B934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22" y="226182"/>
            <a:ext cx="7275709" cy="2783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PROTOTYPOWANIE Z AI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3904FF86-1681-6D77-95F7-7D2ADAFFC4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248" y="814151"/>
            <a:ext cx="6299835" cy="2981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/>
            <a:r>
              <a:rPr lang="pl-PL" sz="1000">
                <a:latin typeface="Poppins"/>
                <a:ea typeface="Poppins"/>
                <a:cs typeface="Poppins"/>
                <a:sym typeface="Poppins"/>
              </a:rPr>
              <a:t>AI jako projektant i developer</a:t>
            </a:r>
          </a:p>
        </p:txBody>
      </p:sp>
      <p:sp>
        <p:nvSpPr>
          <p:cNvPr id="2" name="Google Shape;549;p51">
            <a:extLst>
              <a:ext uri="{FF2B5EF4-FFF2-40B4-BE49-F238E27FC236}">
                <a16:creationId xmlns:a16="http://schemas.microsoft.com/office/drawing/2014/main" id="{85803F0C-AD25-1F1C-F368-71F1B5B92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876" y="3838531"/>
            <a:ext cx="541090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3" name="Google Shape;550;p51">
            <a:extLst>
              <a:ext uri="{FF2B5EF4-FFF2-40B4-BE49-F238E27FC236}">
                <a16:creationId xmlns:a16="http://schemas.microsoft.com/office/drawing/2014/main" id="{28A4FADE-555A-0D70-6C5A-F6140EE1001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247" y="2752898"/>
            <a:ext cx="5249538" cy="61978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Co jeśli chcemy rozwijać istniejący serwis lub aplikację?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0821823-CF4B-BEC2-A8B0-B7832311E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940" y="1986984"/>
            <a:ext cx="6299835" cy="3641305"/>
          </a:xfrm>
          <a:prstGeom prst="rect">
            <a:avLst/>
          </a:prstGeom>
        </p:spPr>
      </p:pic>
      <p:sp>
        <p:nvSpPr>
          <p:cNvPr id="6" name="Google Shape;549;p51">
            <a:extLst>
              <a:ext uri="{FF2B5EF4-FFF2-40B4-BE49-F238E27FC236}">
                <a16:creationId xmlns:a16="http://schemas.microsoft.com/office/drawing/2014/main" id="{EECE8B12-C941-9618-BA8E-25B9A9B34091}"/>
              </a:ext>
            </a:extLst>
          </p:cNvPr>
          <p:cNvSpPr txBox="1">
            <a:spLocks/>
          </p:cNvSpPr>
          <p:nvPr/>
        </p:nvSpPr>
        <p:spPr>
          <a:xfrm>
            <a:off x="918876" y="3779837"/>
            <a:ext cx="524953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95301" indent="-342900">
              <a:buSzPct val="100000"/>
              <a:buAutoNum type="alphaUcPeriod"/>
            </a:pPr>
            <a:r>
              <a:rPr lang="pl-PL" sz="2400">
                <a:latin typeface="Poppins Light" pitchFamily="2" charset="0"/>
                <a:cs typeface="Poppins Light" pitchFamily="2" charset="0"/>
              </a:rPr>
              <a:t>Odtworzenie na bazie screenshotu</a:t>
            </a:r>
          </a:p>
          <a:p>
            <a:pPr marL="495301" indent="-342900">
              <a:buSzPct val="100000"/>
              <a:buAutoNum type="alphaUcPeriod"/>
            </a:pPr>
            <a:r>
              <a:rPr lang="pl-PL" sz="2400">
                <a:latin typeface="Poppins Light" pitchFamily="2" charset="0"/>
                <a:cs typeface="Poppins Light" pitchFamily="2" charset="0"/>
              </a:rPr>
              <a:t>Integracja z Figmą</a:t>
            </a:r>
          </a:p>
          <a:p>
            <a:pPr marL="495301" indent="-342900">
              <a:buSzPct val="100000"/>
              <a:buFont typeface="Arial"/>
              <a:buAutoNum type="alphaUcPeriod"/>
            </a:pPr>
            <a:r>
              <a:rPr lang="pl-PL" sz="2400">
                <a:latin typeface="Poppins Light" pitchFamily="2" charset="0"/>
                <a:cs typeface="Poppins Light" pitchFamily="2" charset="0"/>
              </a:rPr>
              <a:t>Jeśli brak Figmy – użycie wtyczki typu HTML.to.design, by odwzorować w Figmie.</a:t>
            </a:r>
          </a:p>
          <a:p>
            <a:pPr marL="495301" indent="-342900">
              <a:buSzPct val="100000"/>
              <a:buAutoNum type="alphaUcPeriod"/>
            </a:pPr>
            <a:endParaRPr lang="pl-PL" sz="24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2400">
              <a:latin typeface="Poppins Light" pitchFamily="2" charset="0"/>
              <a:cs typeface="Poppi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629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49375CF-612C-621D-C71D-A8EDCF173D98}"/>
              </a:ext>
            </a:extLst>
          </p:cNvPr>
          <p:cNvSpPr txBox="1"/>
          <p:nvPr/>
        </p:nvSpPr>
        <p:spPr>
          <a:xfrm>
            <a:off x="1778405" y="1710439"/>
            <a:ext cx="9320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Wiem, co chcę zbudować.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1617855-F2A7-2BAA-FA52-88F0EBF54E00}"/>
              </a:ext>
            </a:extLst>
          </p:cNvPr>
          <p:cNvSpPr txBox="1"/>
          <p:nvPr/>
        </p:nvSpPr>
        <p:spPr>
          <a:xfrm>
            <a:off x="1778405" y="4087035"/>
            <a:ext cx="1041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Nie przesadzam z zakresem w jednym prompcie.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E90E18B-83F2-A9BB-5B00-A5571043F862}"/>
              </a:ext>
            </a:extLst>
          </p:cNvPr>
          <p:cNvSpPr txBox="1"/>
          <p:nvPr/>
        </p:nvSpPr>
        <p:spPr>
          <a:xfrm>
            <a:off x="1778405" y="2898737"/>
            <a:ext cx="109886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Buduję początkowy prompt z pomocą zwykłego LLM (jeśli chcę oszczędzać tokeny).</a:t>
            </a:r>
          </a:p>
        </p:txBody>
      </p:sp>
      <p:sp>
        <p:nvSpPr>
          <p:cNvPr id="5" name="Owal 4">
            <a:extLst>
              <a:ext uri="{FF2B5EF4-FFF2-40B4-BE49-F238E27FC236}">
                <a16:creationId xmlns:a16="http://schemas.microsoft.com/office/drawing/2014/main" id="{03F79FE6-7CF1-A237-2BC9-E0CDF05A0C89}"/>
              </a:ext>
            </a:extLst>
          </p:cNvPr>
          <p:cNvSpPr/>
          <p:nvPr/>
        </p:nvSpPr>
        <p:spPr>
          <a:xfrm>
            <a:off x="618246" y="1530085"/>
            <a:ext cx="863125" cy="8631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1</a:t>
            </a:r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B3B643EE-E9D7-C228-8189-E3BFF77E6EA7}"/>
              </a:ext>
            </a:extLst>
          </p:cNvPr>
          <p:cNvSpPr/>
          <p:nvPr/>
        </p:nvSpPr>
        <p:spPr>
          <a:xfrm>
            <a:off x="618245" y="2738973"/>
            <a:ext cx="863125" cy="8631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2</a:t>
            </a:r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C859A114-24AC-99B2-6815-F0CE30A45967}"/>
              </a:ext>
            </a:extLst>
          </p:cNvPr>
          <p:cNvSpPr/>
          <p:nvPr/>
        </p:nvSpPr>
        <p:spPr>
          <a:xfrm>
            <a:off x="618244" y="3947861"/>
            <a:ext cx="863125" cy="8631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3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17B0663-097F-4C78-09A4-D87658DCDF6D}"/>
              </a:ext>
            </a:extLst>
          </p:cNvPr>
          <p:cNvSpPr txBox="1"/>
          <p:nvPr/>
        </p:nvSpPr>
        <p:spPr>
          <a:xfrm>
            <a:off x="618244" y="565076"/>
            <a:ext cx="11880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5 zasad prototypowania z AI</a:t>
            </a:r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3600D63D-754E-4DC8-BA62-2DFB3065633A}"/>
              </a:ext>
            </a:extLst>
          </p:cNvPr>
          <p:cNvSpPr/>
          <p:nvPr/>
        </p:nvSpPr>
        <p:spPr>
          <a:xfrm>
            <a:off x="618244" y="5166465"/>
            <a:ext cx="863125" cy="8631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4</a:t>
            </a:r>
          </a:p>
        </p:txBody>
      </p:sp>
      <p:sp>
        <p:nvSpPr>
          <p:cNvPr id="10" name="Owal 9">
            <a:extLst>
              <a:ext uri="{FF2B5EF4-FFF2-40B4-BE49-F238E27FC236}">
                <a16:creationId xmlns:a16="http://schemas.microsoft.com/office/drawing/2014/main" id="{4C2B552F-70DD-62EA-8FB9-EB98244115C6}"/>
              </a:ext>
            </a:extLst>
          </p:cNvPr>
          <p:cNvSpPr/>
          <p:nvPr/>
        </p:nvSpPr>
        <p:spPr>
          <a:xfrm>
            <a:off x="618243" y="6375353"/>
            <a:ext cx="863125" cy="8631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5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6876AE9-C558-CC7B-D219-2C100C4C5291}"/>
              </a:ext>
            </a:extLst>
          </p:cNvPr>
          <p:cNvSpPr txBox="1"/>
          <p:nvPr/>
        </p:nvSpPr>
        <p:spPr>
          <a:xfrm>
            <a:off x="1778405" y="6375353"/>
            <a:ext cx="104115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Jeśli nie mogę wyjść z błędu – cofam system do poprzednich wersji aplikacji.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E6E4F2C-3D3E-D96A-F7F2-6CFADF826F9E}"/>
              </a:ext>
            </a:extLst>
          </p:cNvPr>
          <p:cNvSpPr txBox="1"/>
          <p:nvPr/>
        </p:nvSpPr>
        <p:spPr>
          <a:xfrm>
            <a:off x="1778405" y="5059418"/>
            <a:ext cx="104115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Jeśli nie wiem co jest możliwe albo jak połączyć zewnętrzny system – po prostu pytam.</a:t>
            </a:r>
          </a:p>
        </p:txBody>
      </p:sp>
    </p:spTree>
    <p:extLst>
      <p:ext uri="{BB962C8B-B14F-4D97-AF65-F5344CB8AC3E}">
        <p14:creationId xmlns:p14="http://schemas.microsoft.com/office/powerpoint/2010/main" val="138766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55">
          <a:extLst>
            <a:ext uri="{FF2B5EF4-FFF2-40B4-BE49-F238E27FC236}">
              <a16:creationId xmlns:a16="http://schemas.microsoft.com/office/drawing/2014/main" id="{813F55B1-5391-FA09-BB25-800FFAC06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3" name="Google Shape;3563;p272">
            <a:extLst>
              <a:ext uri="{FF2B5EF4-FFF2-40B4-BE49-F238E27FC236}">
                <a16:creationId xmlns:a16="http://schemas.microsoft.com/office/drawing/2014/main" id="{9C964133-59E4-59D1-A930-1FB0ACCEE0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-1144" b="-4799"/>
          <a:stretch/>
        </p:blipFill>
        <p:spPr>
          <a:xfrm>
            <a:off x="2099244" y="2170842"/>
            <a:ext cx="2076301" cy="419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657;p55">
            <a:extLst>
              <a:ext uri="{FF2B5EF4-FFF2-40B4-BE49-F238E27FC236}">
                <a16:creationId xmlns:a16="http://schemas.microsoft.com/office/drawing/2014/main" id="{238E7D9C-951B-F8F8-919B-669389BFA42C}"/>
              </a:ext>
            </a:extLst>
          </p:cNvPr>
          <p:cNvSpPr txBox="1">
            <a:spLocks/>
          </p:cNvSpPr>
          <p:nvPr/>
        </p:nvSpPr>
        <p:spPr>
          <a:xfrm>
            <a:off x="907925" y="343263"/>
            <a:ext cx="1217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200"/>
              <a:t>Case study: Fastplanner </a:t>
            </a:r>
            <a:r>
              <a:rPr lang="pl-PL" sz="3200">
                <a:sym typeface="Wingdings" pitchFamily="2" charset="2"/>
              </a:rPr>
              <a:t> Slowplanner</a:t>
            </a:r>
            <a:endParaRPr lang="pl-PL" sz="3200"/>
          </a:p>
        </p:txBody>
      </p:sp>
      <p:pic>
        <p:nvPicPr>
          <p:cNvPr id="3" name="Google Shape;487;p43">
            <a:extLst>
              <a:ext uri="{FF2B5EF4-FFF2-40B4-BE49-F238E27FC236}">
                <a16:creationId xmlns:a16="http://schemas.microsoft.com/office/drawing/2014/main" id="{C7EADE90-AB15-45B0-8840-8EE1E90362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651" y="2474463"/>
            <a:ext cx="554700" cy="47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488;p43">
            <a:extLst>
              <a:ext uri="{FF2B5EF4-FFF2-40B4-BE49-F238E27FC236}">
                <a16:creationId xmlns:a16="http://schemas.microsoft.com/office/drawing/2014/main" id="{AB728BA3-D93E-EF30-2BFF-1C1DA291FBE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00000">
            <a:off x="-165235" y="5265497"/>
            <a:ext cx="963913" cy="82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89;p43">
            <a:extLst>
              <a:ext uri="{FF2B5EF4-FFF2-40B4-BE49-F238E27FC236}">
                <a16:creationId xmlns:a16="http://schemas.microsoft.com/office/drawing/2014/main" id="{709F7081-965C-CDEC-31B4-4ABF378B581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84776" y="4033563"/>
            <a:ext cx="554700" cy="4732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8F2D0369-FC2E-0E34-CEB6-08B4992FD81D}"/>
              </a:ext>
            </a:extLst>
          </p:cNvPr>
          <p:cNvSpPr txBox="1"/>
          <p:nvPr/>
        </p:nvSpPr>
        <p:spPr>
          <a:xfrm>
            <a:off x="2099244" y="6369493"/>
            <a:ext cx="20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>
                <a:latin typeface="Poppins" pitchFamily="2" charset="0"/>
                <a:cs typeface="Poppins" pitchFamily="2" charset="0"/>
              </a:rPr>
              <a:t>Hania, PM 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8F5AC1F5-68F5-52AD-DE39-4A66EDCC1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7" y="1292441"/>
            <a:ext cx="7772400" cy="534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5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55">
          <a:extLst>
            <a:ext uri="{FF2B5EF4-FFF2-40B4-BE49-F238E27FC236}">
              <a16:creationId xmlns:a16="http://schemas.microsoft.com/office/drawing/2014/main" id="{9852919D-0075-C799-F6F8-32E6F19B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3" name="Google Shape;3563;p272">
            <a:extLst>
              <a:ext uri="{FF2B5EF4-FFF2-40B4-BE49-F238E27FC236}">
                <a16:creationId xmlns:a16="http://schemas.microsoft.com/office/drawing/2014/main" id="{DF1C4C18-FD9E-F4FB-F8E7-DB6CE91C41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-1144" b="-4799"/>
          <a:stretch/>
        </p:blipFill>
        <p:spPr>
          <a:xfrm>
            <a:off x="2099244" y="2170842"/>
            <a:ext cx="2076301" cy="419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657;p55">
            <a:extLst>
              <a:ext uri="{FF2B5EF4-FFF2-40B4-BE49-F238E27FC236}">
                <a16:creationId xmlns:a16="http://schemas.microsoft.com/office/drawing/2014/main" id="{5C59CB75-3F88-E061-7ABD-38585B81B55A}"/>
              </a:ext>
            </a:extLst>
          </p:cNvPr>
          <p:cNvSpPr txBox="1">
            <a:spLocks/>
          </p:cNvSpPr>
          <p:nvPr/>
        </p:nvSpPr>
        <p:spPr>
          <a:xfrm>
            <a:off x="907925" y="343263"/>
            <a:ext cx="1217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48C"/>
              </a:buClr>
              <a:buSzPts val="2200"/>
              <a:buFont typeface="Poppins SemiBold"/>
              <a:buNone/>
              <a:defRPr sz="2200" b="0" i="0" u="none" strike="noStrike" cap="none">
                <a:solidFill>
                  <a:srgbClr val="EA148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200"/>
              <a:t>Case study: Fastplanner </a:t>
            </a:r>
            <a:r>
              <a:rPr lang="pl-PL" sz="3200">
                <a:sym typeface="Wingdings" pitchFamily="2" charset="2"/>
              </a:rPr>
              <a:t> Slowplanner</a:t>
            </a:r>
            <a:endParaRPr lang="pl-PL" sz="3200"/>
          </a:p>
        </p:txBody>
      </p:sp>
      <p:pic>
        <p:nvPicPr>
          <p:cNvPr id="3" name="Google Shape;487;p43">
            <a:extLst>
              <a:ext uri="{FF2B5EF4-FFF2-40B4-BE49-F238E27FC236}">
                <a16:creationId xmlns:a16="http://schemas.microsoft.com/office/drawing/2014/main" id="{B05EDB1D-DFBD-A55D-ACCC-8EAB471B57B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651" y="2474463"/>
            <a:ext cx="554700" cy="47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488;p43">
            <a:extLst>
              <a:ext uri="{FF2B5EF4-FFF2-40B4-BE49-F238E27FC236}">
                <a16:creationId xmlns:a16="http://schemas.microsoft.com/office/drawing/2014/main" id="{8C89D6C5-39D5-073E-376E-895CF649273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00000">
            <a:off x="-165235" y="5265497"/>
            <a:ext cx="963913" cy="82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89;p43">
            <a:extLst>
              <a:ext uri="{FF2B5EF4-FFF2-40B4-BE49-F238E27FC236}">
                <a16:creationId xmlns:a16="http://schemas.microsoft.com/office/drawing/2014/main" id="{B27A2037-9C61-B5D5-827D-FCAE939CFE3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84776" y="4033563"/>
            <a:ext cx="554700" cy="4732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96CEC903-0276-D31E-861D-B9F73E9D7426}"/>
              </a:ext>
            </a:extLst>
          </p:cNvPr>
          <p:cNvSpPr txBox="1"/>
          <p:nvPr/>
        </p:nvSpPr>
        <p:spPr>
          <a:xfrm>
            <a:off x="2099244" y="6369493"/>
            <a:ext cx="20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>
                <a:latin typeface="Poppins" pitchFamily="2" charset="0"/>
                <a:cs typeface="Poppins" pitchFamily="2" charset="0"/>
              </a:rPr>
              <a:t>Hania, PM </a:t>
            </a:r>
          </a:p>
        </p:txBody>
      </p:sp>
      <p:pic>
        <p:nvPicPr>
          <p:cNvPr id="8" name="Google Shape;3557;p272">
            <a:extLst>
              <a:ext uri="{FF2B5EF4-FFF2-40B4-BE49-F238E27FC236}">
                <a16:creationId xmlns:a16="http://schemas.microsoft.com/office/drawing/2014/main" id="{D9994100-8151-08E4-6345-10AC6B0F9D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-1980" b="1979"/>
          <a:stretch/>
        </p:blipFill>
        <p:spPr>
          <a:xfrm>
            <a:off x="3988509" y="1190182"/>
            <a:ext cx="7644737" cy="41986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562;p272">
            <a:extLst>
              <a:ext uri="{FF2B5EF4-FFF2-40B4-BE49-F238E27FC236}">
                <a16:creationId xmlns:a16="http://schemas.microsoft.com/office/drawing/2014/main" id="{24A5D053-D642-0621-24B0-0F3E5D517352}"/>
              </a:ext>
            </a:extLst>
          </p:cNvPr>
          <p:cNvSpPr txBox="1"/>
          <p:nvPr/>
        </p:nvSpPr>
        <p:spPr>
          <a:xfrm>
            <a:off x="5305474" y="1799164"/>
            <a:ext cx="4981526" cy="2660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000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pl-PL" sz="2000">
                <a:latin typeface="Lora" pitchFamily="2" charset="0"/>
              </a:rPr>
              <a:t>Zaplanowaliśmy MVP Slowplannera: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l-PL" sz="2000">
                <a:latin typeface="Lora" pitchFamily="2" charset="0"/>
                <a:ea typeface="Poppins"/>
                <a:cs typeface="Poppins"/>
                <a:sym typeface="Poppins"/>
              </a:rPr>
              <a:t>Dzielimy zadania na 3 kategorie: Obowiązki, Dla mnie, Dla zdrowia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l-PL" sz="2000">
                <a:latin typeface="Lora" pitchFamily="2" charset="0"/>
                <a:ea typeface="Poppins"/>
                <a:cs typeface="Poppins"/>
                <a:sym typeface="Poppins"/>
              </a:rPr>
              <a:t>Pomagamy użytkownikom nie planować zbyt dużo obowiązków, przypominamy o równowadze.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sz="2000">
              <a:latin typeface="Lora" pitchFamily="2" charset="0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0188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46865DA1-B58F-9CFB-2221-89B457B3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A5279256-DF02-DB25-91CF-393980EDD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247" y="1284270"/>
            <a:ext cx="5639639" cy="119126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pl-PL"/>
              <a:t>Publikowanie prototypu</a:t>
            </a: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FAA3E646-7A2D-917F-37A1-F34203BE5C8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22" y="226182"/>
            <a:ext cx="7275709" cy="2783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PROTOTYPOWANIE Z AI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6363823C-DD78-ACE3-5F80-2B220E1CC7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248" y="814151"/>
            <a:ext cx="6299835" cy="2981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/>
            <a:r>
              <a:rPr lang="pl-PL" sz="1000">
                <a:latin typeface="Poppins"/>
                <a:ea typeface="Poppins"/>
                <a:cs typeface="Poppins"/>
                <a:sym typeface="Poppins"/>
              </a:rPr>
              <a:t>Budowanie prototypu</a:t>
            </a:r>
          </a:p>
        </p:txBody>
      </p:sp>
      <p:sp>
        <p:nvSpPr>
          <p:cNvPr id="2" name="Google Shape;549;p51">
            <a:extLst>
              <a:ext uri="{FF2B5EF4-FFF2-40B4-BE49-F238E27FC236}">
                <a16:creationId xmlns:a16="http://schemas.microsoft.com/office/drawing/2014/main" id="{DE8CF37B-2DCB-CF78-DFB4-AC2901579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876" y="3838531"/>
            <a:ext cx="541090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3" name="Google Shape;550;p51">
            <a:extLst>
              <a:ext uri="{FF2B5EF4-FFF2-40B4-BE49-F238E27FC236}">
                <a16:creationId xmlns:a16="http://schemas.microsoft.com/office/drawing/2014/main" id="{328AE94B-AA5A-AF63-3221-3F265369600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247" y="2227358"/>
            <a:ext cx="5249538" cy="61978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Jak sprawić, by inni widzieli naszą pracę?</a:t>
            </a:r>
          </a:p>
        </p:txBody>
      </p:sp>
      <p:sp>
        <p:nvSpPr>
          <p:cNvPr id="6" name="Google Shape;549;p51">
            <a:extLst>
              <a:ext uri="{FF2B5EF4-FFF2-40B4-BE49-F238E27FC236}">
                <a16:creationId xmlns:a16="http://schemas.microsoft.com/office/drawing/2014/main" id="{CC432F2A-70E6-8C5E-C793-933D2D2F85AE}"/>
              </a:ext>
            </a:extLst>
          </p:cNvPr>
          <p:cNvSpPr txBox="1">
            <a:spLocks/>
          </p:cNvSpPr>
          <p:nvPr/>
        </p:nvSpPr>
        <p:spPr>
          <a:xfrm>
            <a:off x="918876" y="3779837"/>
            <a:ext cx="524953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1">
              <a:buSzPct val="100000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W większości aplikacji adres prototypu generuje się automatycznie.</a:t>
            </a:r>
          </a:p>
          <a:p>
            <a:pPr marL="152401">
              <a:buSzPct val="100000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Wystarczy ustawić możliwość dostępu z zewnątrz.</a:t>
            </a:r>
          </a:p>
          <a:p>
            <a:pPr marL="152401">
              <a:buSzPct val="100000"/>
            </a:pPr>
            <a:endParaRPr lang="pl-PL" sz="20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Wyjątek: Google AI Studio (deployment wymaga konfiguracji Google Cloud)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F7E230C-9587-AC30-2EDE-C0071C54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62" y="1112344"/>
            <a:ext cx="2914421" cy="578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60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EEBAC120-2C1F-1FF0-57B4-AA9AD175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608388AE-E554-564F-8786-F7298055C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247" y="1284270"/>
            <a:ext cx="5639639" cy="119126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pl-PL"/>
              <a:t>Testy użyteczności</a:t>
            </a: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6900ED0A-EB98-F23B-C7FB-156258526B9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22" y="226182"/>
            <a:ext cx="7275709" cy="2783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PROTOTYPOWANIE Z AI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5AFCDD5C-5BF7-F996-1173-3A326244CF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248" y="814151"/>
            <a:ext cx="6299835" cy="2981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/>
            <a:r>
              <a:rPr lang="pl-PL" sz="1000">
                <a:latin typeface="Poppins"/>
                <a:ea typeface="Poppins"/>
                <a:cs typeface="Poppins"/>
                <a:sym typeface="Poppins"/>
              </a:rPr>
              <a:t>Budowanie prototypu</a:t>
            </a:r>
          </a:p>
        </p:txBody>
      </p:sp>
      <p:sp>
        <p:nvSpPr>
          <p:cNvPr id="2" name="Google Shape;549;p51">
            <a:extLst>
              <a:ext uri="{FF2B5EF4-FFF2-40B4-BE49-F238E27FC236}">
                <a16:creationId xmlns:a16="http://schemas.microsoft.com/office/drawing/2014/main" id="{2517E93A-0F4D-622B-2867-6502D3C85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876" y="3838531"/>
            <a:ext cx="541090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3" name="Google Shape;550;p51">
            <a:extLst>
              <a:ext uri="{FF2B5EF4-FFF2-40B4-BE49-F238E27FC236}">
                <a16:creationId xmlns:a16="http://schemas.microsoft.com/office/drawing/2014/main" id="{0E52D9DD-76E9-201C-B151-C3799854D39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247" y="2227358"/>
            <a:ext cx="5249538" cy="61978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Ocena produktu w oparciu o obserwacje jak użytkownicy wykonują przy jego pomocy zadania.</a:t>
            </a:r>
          </a:p>
        </p:txBody>
      </p:sp>
      <p:sp>
        <p:nvSpPr>
          <p:cNvPr id="6" name="Google Shape;549;p51">
            <a:extLst>
              <a:ext uri="{FF2B5EF4-FFF2-40B4-BE49-F238E27FC236}">
                <a16:creationId xmlns:a16="http://schemas.microsoft.com/office/drawing/2014/main" id="{F7E45D02-5824-F875-D3CA-58F9F6D79226}"/>
              </a:ext>
            </a:extLst>
          </p:cNvPr>
          <p:cNvSpPr txBox="1">
            <a:spLocks/>
          </p:cNvSpPr>
          <p:nvPr/>
        </p:nvSpPr>
        <p:spPr>
          <a:xfrm>
            <a:off x="918876" y="3779837"/>
            <a:ext cx="524953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95301" indent="-342900">
              <a:buSzPct val="100000"/>
              <a:buAutoNum type="alphaUcPeriod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Ustalamy hipotezy i pytania badawcze (np. „Czy użytkownicy będą potrafili ustawić swoje cele długoterminowe?”)</a:t>
            </a:r>
          </a:p>
          <a:p>
            <a:pPr marL="495301" indent="-342900">
              <a:buSzPct val="100000"/>
              <a:buAutoNum type="alphaUcPeriod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Budujemy scenariusz oparty o zadania i kontekst („Wyobraź sobie, że...”).</a:t>
            </a:r>
          </a:p>
          <a:p>
            <a:pPr marL="495301" indent="-342900">
              <a:buSzPct val="100000"/>
              <a:buAutoNum type="alphaUcPeriod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Testujemy prototyp z użyciem głośnego myślenia (prowadzący badanie tylko pyta i pogłębia)</a:t>
            </a:r>
          </a:p>
          <a:p>
            <a:pPr marL="495301" indent="-342900">
              <a:buSzPct val="100000"/>
              <a:buAutoNum type="alphaUcPeriod"/>
            </a:pPr>
            <a:endParaRPr lang="pl-PL" sz="20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2000">
              <a:latin typeface="Poppins Light" pitchFamily="2" charset="0"/>
              <a:cs typeface="Poppins Light" pitchFamily="2" charset="0"/>
            </a:endParaRPr>
          </a:p>
        </p:txBody>
      </p:sp>
      <p:pic>
        <p:nvPicPr>
          <p:cNvPr id="5" name="Google Shape;2170;p171">
            <a:extLst>
              <a:ext uri="{FF2B5EF4-FFF2-40B4-BE49-F238E27FC236}">
                <a16:creationId xmlns:a16="http://schemas.microsoft.com/office/drawing/2014/main" id="{70008180-6637-CE47-38BE-F790EE6F41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9990" y="1549300"/>
            <a:ext cx="6329783" cy="45364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990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D0C6FA05-A1A3-C3B2-B5DA-93452D0B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5">
            <a:extLst>
              <a:ext uri="{FF2B5EF4-FFF2-40B4-BE49-F238E27FC236}">
                <a16:creationId xmlns:a16="http://schemas.microsoft.com/office/drawing/2014/main" id="{11B55E68-FEE3-0A00-18FB-4DD8E4526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247" y="1284270"/>
            <a:ext cx="5639639" cy="119126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pl-PL"/>
              <a:t>Zaawansowane działanie</a:t>
            </a:r>
            <a:endParaRPr/>
          </a:p>
        </p:txBody>
      </p:sp>
      <p:sp>
        <p:nvSpPr>
          <p:cNvPr id="594" name="Google Shape;594;p55">
            <a:extLst>
              <a:ext uri="{FF2B5EF4-FFF2-40B4-BE49-F238E27FC236}">
                <a16:creationId xmlns:a16="http://schemas.microsoft.com/office/drawing/2014/main" id="{A85B966D-FAC2-3CC2-7714-CB285C56EB9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81622" y="226182"/>
            <a:ext cx="7275709" cy="2783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PROTOTYPOWANIE Z AI</a:t>
            </a:r>
          </a:p>
        </p:txBody>
      </p:sp>
      <p:sp>
        <p:nvSpPr>
          <p:cNvPr id="596" name="Google Shape;596;p55">
            <a:extLst>
              <a:ext uri="{FF2B5EF4-FFF2-40B4-BE49-F238E27FC236}">
                <a16:creationId xmlns:a16="http://schemas.microsoft.com/office/drawing/2014/main" id="{4ABF05E3-D7FA-8BCB-EC87-2DFE163D41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80248" y="814151"/>
            <a:ext cx="6299835" cy="298193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lvl="0"/>
            <a:r>
              <a:rPr lang="pl-PL" sz="1000">
                <a:latin typeface="Poppins"/>
                <a:ea typeface="Poppins"/>
                <a:cs typeface="Poppins"/>
                <a:sym typeface="Poppins"/>
              </a:rPr>
              <a:t>Budowanie prototypu</a:t>
            </a:r>
          </a:p>
        </p:txBody>
      </p:sp>
      <p:sp>
        <p:nvSpPr>
          <p:cNvPr id="2" name="Google Shape;549;p51">
            <a:extLst>
              <a:ext uri="{FF2B5EF4-FFF2-40B4-BE49-F238E27FC236}">
                <a16:creationId xmlns:a16="http://schemas.microsoft.com/office/drawing/2014/main" id="{34266BAE-49F2-751E-B1D9-F517721A2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876" y="3838531"/>
            <a:ext cx="541090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  <a:p>
            <a:pPr marL="152401" indent="0">
              <a:buSzPct val="100000"/>
              <a:buNone/>
            </a:pPr>
            <a:endParaRPr lang="pl-PL" sz="1800">
              <a:latin typeface="Poppins Light" pitchFamily="2" charset="0"/>
              <a:cs typeface="Poppins Light" pitchFamily="2" charset="0"/>
            </a:endParaRPr>
          </a:p>
        </p:txBody>
      </p:sp>
      <p:sp>
        <p:nvSpPr>
          <p:cNvPr id="3" name="Google Shape;550;p51">
            <a:extLst>
              <a:ext uri="{FF2B5EF4-FFF2-40B4-BE49-F238E27FC236}">
                <a16:creationId xmlns:a16="http://schemas.microsoft.com/office/drawing/2014/main" id="{1EF8AC3B-22F2-0AF8-0611-B971E5B1E87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247" y="2227358"/>
            <a:ext cx="5249538" cy="61978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/>
            <a:r>
              <a:rPr lang="pl-PL"/>
              <a:t>Baza danych i autentykacja (konta użytkowników)</a:t>
            </a:r>
          </a:p>
        </p:txBody>
      </p:sp>
      <p:sp>
        <p:nvSpPr>
          <p:cNvPr id="6" name="Google Shape;549;p51">
            <a:extLst>
              <a:ext uri="{FF2B5EF4-FFF2-40B4-BE49-F238E27FC236}">
                <a16:creationId xmlns:a16="http://schemas.microsoft.com/office/drawing/2014/main" id="{B87595FE-6FC4-8DA3-5C84-0EDF24C0FFF8}"/>
              </a:ext>
            </a:extLst>
          </p:cNvPr>
          <p:cNvSpPr txBox="1">
            <a:spLocks/>
          </p:cNvSpPr>
          <p:nvPr/>
        </p:nvSpPr>
        <p:spPr>
          <a:xfrm>
            <a:off x="918876" y="3230762"/>
            <a:ext cx="5249539" cy="340722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Newralgiczny moment – zduplikuj czat.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Poproś o zaplanowanie procesu. Zorientuj się (dopytaj), z jaką bazą danych może się zintegrować narzędzie.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r>
              <a:rPr lang="pl-PL" sz="2000">
                <a:latin typeface="Poppins Light" pitchFamily="2" charset="0"/>
                <a:cs typeface="Poppins Light" pitchFamily="2" charset="0"/>
              </a:rPr>
              <a:t>Idź krokami i weryfikuj, jednocześnie podglądając co dzieje się w bazie danych.</a:t>
            </a:r>
          </a:p>
          <a:p>
            <a:pPr marL="495301" indent="-342900">
              <a:buSzPct val="100000"/>
              <a:buFont typeface="Arial" panose="020B0604020202020204" pitchFamily="34" charset="0"/>
              <a:buChar char="•"/>
            </a:pPr>
            <a:endParaRPr lang="pl-PL" sz="2000">
              <a:latin typeface="Poppins Light" pitchFamily="2" charset="0"/>
              <a:cs typeface="Poppins Light" pitchFamily="2" charset="0"/>
            </a:endParaRPr>
          </a:p>
          <a:p>
            <a:pPr marL="495301" indent="-342900">
              <a:buSzPct val="100000"/>
              <a:buAutoNum type="alphaUcPeriod"/>
            </a:pPr>
            <a:endParaRPr lang="pl-PL" sz="2000">
              <a:latin typeface="Poppins Light" pitchFamily="2" charset="0"/>
              <a:cs typeface="Poppins Light" pitchFamily="2" charset="0"/>
            </a:endParaRPr>
          </a:p>
          <a:p>
            <a:pPr marL="152401">
              <a:buSzPct val="100000"/>
            </a:pPr>
            <a:endParaRPr lang="pl-PL" sz="2000">
              <a:latin typeface="Poppins Light" pitchFamily="2" charset="0"/>
              <a:cs typeface="Poppins Light" pitchFamily="2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558E630-8B87-073F-FD35-2894CE0EC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80" t="31248" r="25555" b="47081"/>
          <a:stretch>
            <a:fillRect/>
          </a:stretch>
        </p:blipFill>
        <p:spPr>
          <a:xfrm>
            <a:off x="6505575" y="3019381"/>
            <a:ext cx="69342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3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A2A96-FE20-E666-B66B-A78AF304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kąt 22">
            <a:extLst>
              <a:ext uri="{FF2B5EF4-FFF2-40B4-BE49-F238E27FC236}">
                <a16:creationId xmlns:a16="http://schemas.microsoft.com/office/drawing/2014/main" id="{C5950BD0-04A0-6D6E-4E8D-3387651E1C69}"/>
              </a:ext>
            </a:extLst>
          </p:cNvPr>
          <p:cNvSpPr/>
          <p:nvPr/>
        </p:nvSpPr>
        <p:spPr>
          <a:xfrm>
            <a:off x="0" y="4753978"/>
            <a:ext cx="12419187" cy="1056511"/>
          </a:xfrm>
          <a:prstGeom prst="rect">
            <a:avLst/>
          </a:prstGeom>
          <a:solidFill>
            <a:srgbClr val="ED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B6C6E1B-9B78-0FD7-A0E9-FD6725EE6C29}"/>
              </a:ext>
            </a:extLst>
          </p:cNvPr>
          <p:cNvSpPr txBox="1"/>
          <p:nvPr/>
        </p:nvSpPr>
        <p:spPr>
          <a:xfrm>
            <a:off x="787077" y="2443446"/>
            <a:ext cx="33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Design Ideation</a:t>
            </a:r>
          </a:p>
          <a:p>
            <a:pPr algn="ctr"/>
            <a:r>
              <a:rPr lang="pl-PL">
                <a:latin typeface="Lora" pitchFamily="2" charset="0"/>
              </a:rPr>
              <a:t>Projektowanie UI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Wygodne do eksploracji wizualnych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98FF331-3DFF-F915-CACD-FCCCC8CCCEB7}"/>
              </a:ext>
            </a:extLst>
          </p:cNvPr>
          <p:cNvSpPr txBox="1"/>
          <p:nvPr/>
        </p:nvSpPr>
        <p:spPr>
          <a:xfrm>
            <a:off x="4893647" y="2443446"/>
            <a:ext cx="3532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 Builder</a:t>
            </a:r>
          </a:p>
          <a:p>
            <a:pPr algn="ctr"/>
            <a:r>
              <a:rPr lang="pl-PL">
                <a:latin typeface="Lora" pitchFamily="2" charset="0"/>
              </a:rPr>
              <a:t>Działające prototypy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Łatwe i potężne (kod, logika, integracje)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882430A-C963-F436-BB9B-FCE91E974793}"/>
              </a:ext>
            </a:extLst>
          </p:cNvPr>
          <p:cNvSpPr txBox="1"/>
          <p:nvPr/>
        </p:nvSpPr>
        <p:spPr>
          <a:xfrm>
            <a:off x="9328224" y="2443446"/>
            <a:ext cx="3053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Agentic tools</a:t>
            </a:r>
          </a:p>
          <a:p>
            <a:pPr algn="ctr"/>
            <a:r>
              <a:rPr lang="pl-PL">
                <a:latin typeface="Lora" pitchFamily="2" charset="0"/>
              </a:rPr>
              <a:t>Działające produkty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Największa kontrola</a:t>
            </a:r>
          </a:p>
        </p:txBody>
      </p:sp>
      <p:pic>
        <p:nvPicPr>
          <p:cNvPr id="5" name="Picture 2" descr="What is v0? | v0 Docs">
            <a:extLst>
              <a:ext uri="{FF2B5EF4-FFF2-40B4-BE49-F238E27FC236}">
                <a16:creationId xmlns:a16="http://schemas.microsoft.com/office/drawing/2014/main" id="{2460DB45-D5F0-53CC-07EF-983D78330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980" y="3767456"/>
            <a:ext cx="571331" cy="57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vable Logo Free Download">
            <a:extLst>
              <a:ext uri="{FF2B5EF4-FFF2-40B4-BE49-F238E27FC236}">
                <a16:creationId xmlns:a16="http://schemas.microsoft.com/office/drawing/2014/main" id="{FAAE775A-469D-BC4F-24D8-AA4554954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228" y="3204849"/>
            <a:ext cx="1586781" cy="158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oogle AI Studio (@GoogleAIStudio) / Posts / X">
            <a:extLst>
              <a:ext uri="{FF2B5EF4-FFF2-40B4-BE49-F238E27FC236}">
                <a16:creationId xmlns:a16="http://schemas.microsoft.com/office/drawing/2014/main" id="{B92F47DD-40B1-2A21-F607-A561D2879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545" y="5015496"/>
            <a:ext cx="453582" cy="45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BB475369-F163-56B5-8D6F-C386875869A8}"/>
              </a:ext>
            </a:extLst>
          </p:cNvPr>
          <p:cNvSpPr txBox="1"/>
          <p:nvPr/>
        </p:nvSpPr>
        <p:spPr>
          <a:xfrm>
            <a:off x="6417167" y="4941511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AI Studio</a:t>
            </a:r>
          </a:p>
        </p:txBody>
      </p:sp>
      <p:pic>
        <p:nvPicPr>
          <p:cNvPr id="9" name="Picture 2" descr="Figma Logo and symbol, meaning, history, PNG, brand">
            <a:extLst>
              <a:ext uri="{FF2B5EF4-FFF2-40B4-BE49-F238E27FC236}">
                <a16:creationId xmlns:a16="http://schemas.microsoft.com/office/drawing/2014/main" id="{B32FE1DE-03D4-3E27-DB50-171A8B953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787" y="3836571"/>
            <a:ext cx="892852" cy="50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9770268F-37EC-E7C0-0FA0-D8DB00EED93F}"/>
              </a:ext>
            </a:extLst>
          </p:cNvPr>
          <p:cNvSpPr txBox="1"/>
          <p:nvPr/>
        </p:nvSpPr>
        <p:spPr>
          <a:xfrm>
            <a:off x="8162926" y="3877694"/>
            <a:ext cx="1001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spc="-150">
                <a:latin typeface="Montserrat" pitchFamily="2" charset="0"/>
                <a:cs typeface="Poppins" pitchFamily="2" charset="0"/>
              </a:rPr>
              <a:t>Make</a:t>
            </a:r>
          </a:p>
        </p:txBody>
      </p:sp>
      <p:pic>
        <p:nvPicPr>
          <p:cNvPr id="2060" name="Picture 12" descr="Cursor · Download">
            <a:extLst>
              <a:ext uri="{FF2B5EF4-FFF2-40B4-BE49-F238E27FC236}">
                <a16:creationId xmlns:a16="http://schemas.microsoft.com/office/drawing/2014/main" id="{7F3A0FD8-B31E-594B-2394-CFA650A1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627" y="3889917"/>
            <a:ext cx="571332" cy="57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laude Code AI - Terminal-based coding assistant">
            <a:extLst>
              <a:ext uri="{FF2B5EF4-FFF2-40B4-BE49-F238E27FC236}">
                <a16:creationId xmlns:a16="http://schemas.microsoft.com/office/drawing/2014/main" id="{711B73F6-4C95-31AD-34C9-23BEC8C02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959" y="5915426"/>
            <a:ext cx="1087899" cy="83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oogle Antigravity AI - Google's agentic development platform">
            <a:extLst>
              <a:ext uri="{FF2B5EF4-FFF2-40B4-BE49-F238E27FC236}">
                <a16:creationId xmlns:a16="http://schemas.microsoft.com/office/drawing/2014/main" id="{DBA904D3-A9B9-88A9-1BFB-6A68579BB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926" y="5411432"/>
            <a:ext cx="728346" cy="55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Visual Studio Code - Wikipedia">
            <a:extLst>
              <a:ext uri="{FF2B5EF4-FFF2-40B4-BE49-F238E27FC236}">
                <a16:creationId xmlns:a16="http://schemas.microsoft.com/office/drawing/2014/main" id="{A9E15E5A-9EC6-6930-CC22-B51013A02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7879" y="4591758"/>
            <a:ext cx="324441" cy="32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titch by Google (@stitchbygoogle) / Posts / X">
            <a:extLst>
              <a:ext uri="{FF2B5EF4-FFF2-40B4-BE49-F238E27FC236}">
                <a16:creationId xmlns:a16="http://schemas.microsoft.com/office/drawing/2014/main" id="{DF574551-FFEC-B277-5540-A3B4725FF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429" y="4988919"/>
            <a:ext cx="489960" cy="4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B7547DA-D144-A745-B8F7-E6EAB723C977}"/>
              </a:ext>
            </a:extLst>
          </p:cNvPr>
          <p:cNvSpPr txBox="1"/>
          <p:nvPr/>
        </p:nvSpPr>
        <p:spPr>
          <a:xfrm>
            <a:off x="2383786" y="4941511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Google 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Stitch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C2B575E-E21A-CFCE-E177-A31B0BB27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036" y="5915426"/>
            <a:ext cx="408757" cy="40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Cursor · Download">
            <a:extLst>
              <a:ext uri="{FF2B5EF4-FFF2-40B4-BE49-F238E27FC236}">
                <a16:creationId xmlns:a16="http://schemas.microsoft.com/office/drawing/2014/main" id="{90973F07-D688-B508-F69D-3F66C91CC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405" y="5054768"/>
            <a:ext cx="367388" cy="3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oogle Gemini Logo, symbol, meaning, history, PNG, brand">
            <a:extLst>
              <a:ext uri="{FF2B5EF4-FFF2-40B4-BE49-F238E27FC236}">
                <a16:creationId xmlns:a16="http://schemas.microsoft.com/office/drawing/2014/main" id="{D7CD17A3-1D2E-713C-21AB-89161B349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7592" y="4941511"/>
            <a:ext cx="1135116" cy="63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E027C390-995C-5A0F-D50B-5E5DDF5147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3491" y="3866119"/>
            <a:ext cx="624810" cy="611927"/>
          </a:xfrm>
          <a:prstGeom prst="rect">
            <a:avLst/>
          </a:prstGeom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A484BF46-0955-165E-6C52-5328865E6C14}"/>
              </a:ext>
            </a:extLst>
          </p:cNvPr>
          <p:cNvSpPr txBox="1"/>
          <p:nvPr/>
        </p:nvSpPr>
        <p:spPr>
          <a:xfrm>
            <a:off x="11308301" y="3912195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OpenAI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Codex</a:t>
            </a: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BC178FDE-2DBE-5D3A-E884-2CB7102202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7764" y="6103218"/>
            <a:ext cx="1890543" cy="482692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223273E0-5C80-082C-75AB-D37C91F1C22D}"/>
              </a:ext>
            </a:extLst>
          </p:cNvPr>
          <p:cNvSpPr txBox="1"/>
          <p:nvPr/>
        </p:nvSpPr>
        <p:spPr>
          <a:xfrm>
            <a:off x="12419187" y="4036259"/>
            <a:ext cx="10602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050">
                <a:latin typeface="Lora" pitchFamily="2" charset="0"/>
              </a:rPr>
              <a:t>+ środowisko </a:t>
            </a:r>
            <a:br>
              <a:rPr lang="pl-PL" sz="1050">
                <a:latin typeface="Lora" pitchFamily="2" charset="0"/>
              </a:rPr>
            </a:br>
            <a:r>
              <a:rPr lang="pl-PL" sz="1050">
                <a:latin typeface="Lora" pitchFamily="2" charset="0"/>
              </a:rPr>
              <a:t>pracy:</a:t>
            </a:r>
          </a:p>
        </p:txBody>
      </p:sp>
      <p:sp>
        <p:nvSpPr>
          <p:cNvPr id="22" name="Nawias zamykający 21">
            <a:extLst>
              <a:ext uri="{FF2B5EF4-FFF2-40B4-BE49-F238E27FC236}">
                <a16:creationId xmlns:a16="http://schemas.microsoft.com/office/drawing/2014/main" id="{F7A2A925-D552-697C-E61D-D4D4E5E6D6EC}"/>
              </a:ext>
            </a:extLst>
          </p:cNvPr>
          <p:cNvSpPr/>
          <p:nvPr/>
        </p:nvSpPr>
        <p:spPr>
          <a:xfrm>
            <a:off x="12381390" y="3822271"/>
            <a:ext cx="75594" cy="298408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2" descr="Figma Logo and symbol, meaning, history, PNG, brand">
            <a:extLst>
              <a:ext uri="{FF2B5EF4-FFF2-40B4-BE49-F238E27FC236}">
                <a16:creationId xmlns:a16="http://schemas.microsoft.com/office/drawing/2014/main" id="{3B557BCC-5A58-45A9-30B2-236495DDC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030" y="537551"/>
            <a:ext cx="1087899" cy="6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Dowolny kształt 11">
            <a:extLst>
              <a:ext uri="{FF2B5EF4-FFF2-40B4-BE49-F238E27FC236}">
                <a16:creationId xmlns:a16="http://schemas.microsoft.com/office/drawing/2014/main" id="{749DC8A1-DBA3-4E14-3074-5B50DE3E2C93}"/>
              </a:ext>
            </a:extLst>
          </p:cNvPr>
          <p:cNvSpPr/>
          <p:nvPr/>
        </p:nvSpPr>
        <p:spPr>
          <a:xfrm rot="14695358" flipH="1">
            <a:off x="4114740" y="-81237"/>
            <a:ext cx="320489" cy="3027974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Dowolny kształt 12">
            <a:extLst>
              <a:ext uri="{FF2B5EF4-FFF2-40B4-BE49-F238E27FC236}">
                <a16:creationId xmlns:a16="http://schemas.microsoft.com/office/drawing/2014/main" id="{72018C01-5C74-9B96-437E-9F71B7F69417}"/>
              </a:ext>
            </a:extLst>
          </p:cNvPr>
          <p:cNvSpPr/>
          <p:nvPr/>
        </p:nvSpPr>
        <p:spPr>
          <a:xfrm rot="10569043" flipH="1">
            <a:off x="6497299" y="1180362"/>
            <a:ext cx="65954" cy="1054464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Dowolny kształt 26">
            <a:extLst>
              <a:ext uri="{FF2B5EF4-FFF2-40B4-BE49-F238E27FC236}">
                <a16:creationId xmlns:a16="http://schemas.microsoft.com/office/drawing/2014/main" id="{C9D442F5-73C0-247B-EFEA-811F822232E9}"/>
              </a:ext>
            </a:extLst>
          </p:cNvPr>
          <p:cNvSpPr/>
          <p:nvPr/>
        </p:nvSpPr>
        <p:spPr>
          <a:xfrm rot="6994820">
            <a:off x="8562216" y="-51675"/>
            <a:ext cx="318727" cy="3222269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8" name="Picture 6" descr="Pencil – Design on canvas. Land in code.">
            <a:extLst>
              <a:ext uri="{FF2B5EF4-FFF2-40B4-BE49-F238E27FC236}">
                <a16:creationId xmlns:a16="http://schemas.microsoft.com/office/drawing/2014/main" id="{668CB309-CD22-6ED7-3C77-F29B363FF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655" y="93212"/>
            <a:ext cx="487718" cy="48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Dowolny kształt 28">
            <a:extLst>
              <a:ext uri="{FF2B5EF4-FFF2-40B4-BE49-F238E27FC236}">
                <a16:creationId xmlns:a16="http://schemas.microsoft.com/office/drawing/2014/main" id="{9A4A2E15-6206-3EEB-4F29-7D533E2942BB}"/>
              </a:ext>
            </a:extLst>
          </p:cNvPr>
          <p:cNvSpPr/>
          <p:nvPr/>
        </p:nvSpPr>
        <p:spPr>
          <a:xfrm rot="8456813">
            <a:off x="9631340" y="129975"/>
            <a:ext cx="393171" cy="2231296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0" name="Picture 8" descr="UX Pilot AI Reviews 2026: Details, Pricing, &amp; Features | G2">
            <a:extLst>
              <a:ext uri="{FF2B5EF4-FFF2-40B4-BE49-F238E27FC236}">
                <a16:creationId xmlns:a16="http://schemas.microsoft.com/office/drawing/2014/main" id="{2D00F3FA-79C3-A987-8612-0D2E72321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380" y="3758110"/>
            <a:ext cx="1189863" cy="62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Uizard Raises $15M in Series A Funding Led by Global ScaleUp Investor  Insight Partners">
            <a:extLst>
              <a:ext uri="{FF2B5EF4-FFF2-40B4-BE49-F238E27FC236}">
                <a16:creationId xmlns:a16="http://schemas.microsoft.com/office/drawing/2014/main" id="{C91D72E8-7242-1661-6614-BF3E67FCB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256" y="3734643"/>
            <a:ext cx="1186128" cy="62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510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28F2-4088-F388-AEFB-4C31A0B1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BFDE6D65-FE77-21F5-5B58-943A429E4D74}"/>
              </a:ext>
            </a:extLst>
          </p:cNvPr>
          <p:cNvSpPr txBox="1"/>
          <p:nvPr/>
        </p:nvSpPr>
        <p:spPr>
          <a:xfrm>
            <a:off x="787077" y="2443446"/>
            <a:ext cx="33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Design Ideation</a:t>
            </a:r>
          </a:p>
          <a:p>
            <a:pPr algn="ctr"/>
            <a:r>
              <a:rPr lang="pl-PL">
                <a:latin typeface="Lora" pitchFamily="2" charset="0"/>
              </a:rPr>
              <a:t>Projektowanie UI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Wygodne do eksploracji wizualnych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821FA37-EAE2-D0DB-70BE-703E3BC7F8C6}"/>
              </a:ext>
            </a:extLst>
          </p:cNvPr>
          <p:cNvSpPr txBox="1"/>
          <p:nvPr/>
        </p:nvSpPr>
        <p:spPr>
          <a:xfrm>
            <a:off x="4893647" y="2443446"/>
            <a:ext cx="3532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AI  Builder</a:t>
            </a:r>
          </a:p>
          <a:p>
            <a:pPr algn="ctr"/>
            <a:r>
              <a:rPr lang="pl-PL">
                <a:latin typeface="Lora" pitchFamily="2" charset="0"/>
              </a:rPr>
              <a:t>Działające prototypy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Łatwe i potężne (kod, logika, integracje)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8C88B8E-8605-D3C4-FC80-585E545A8DBE}"/>
              </a:ext>
            </a:extLst>
          </p:cNvPr>
          <p:cNvSpPr txBox="1"/>
          <p:nvPr/>
        </p:nvSpPr>
        <p:spPr>
          <a:xfrm>
            <a:off x="9328224" y="2443446"/>
            <a:ext cx="3053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>
                <a:latin typeface="Lora" pitchFamily="2" charset="0"/>
              </a:rPr>
              <a:t>Agentic tools</a:t>
            </a:r>
          </a:p>
          <a:p>
            <a:pPr algn="ctr"/>
            <a:r>
              <a:rPr lang="pl-PL">
                <a:latin typeface="Lora" pitchFamily="2" charset="0"/>
              </a:rPr>
              <a:t>Działające produkty</a:t>
            </a:r>
            <a:br>
              <a:rPr lang="pl-PL">
                <a:latin typeface="Lora" pitchFamily="2" charset="0"/>
              </a:rPr>
            </a:br>
            <a:r>
              <a:rPr lang="pl-PL">
                <a:latin typeface="Lora" pitchFamily="2" charset="0"/>
              </a:rPr>
              <a:t>Największa kontrola</a:t>
            </a:r>
          </a:p>
        </p:txBody>
      </p:sp>
      <p:pic>
        <p:nvPicPr>
          <p:cNvPr id="2060" name="Picture 12" descr="Cursor · Download">
            <a:extLst>
              <a:ext uri="{FF2B5EF4-FFF2-40B4-BE49-F238E27FC236}">
                <a16:creationId xmlns:a16="http://schemas.microsoft.com/office/drawing/2014/main" id="{B76ABD1B-DAFE-AFB9-A16B-1C1D8067E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627" y="3889917"/>
            <a:ext cx="571332" cy="57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laude Code AI - Terminal-based coding assistant">
            <a:extLst>
              <a:ext uri="{FF2B5EF4-FFF2-40B4-BE49-F238E27FC236}">
                <a16:creationId xmlns:a16="http://schemas.microsoft.com/office/drawing/2014/main" id="{9873C154-125D-F8E0-407E-44AEB6464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959" y="5915426"/>
            <a:ext cx="1087899" cy="83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oogle Antigravity AI - Google's agentic development platform">
            <a:extLst>
              <a:ext uri="{FF2B5EF4-FFF2-40B4-BE49-F238E27FC236}">
                <a16:creationId xmlns:a16="http://schemas.microsoft.com/office/drawing/2014/main" id="{FD90D9CA-8C0C-282E-E5F8-C4124E0C1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926" y="5411432"/>
            <a:ext cx="728346" cy="55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Visual Studio Code - Wikipedia">
            <a:extLst>
              <a:ext uri="{FF2B5EF4-FFF2-40B4-BE49-F238E27FC236}">
                <a16:creationId xmlns:a16="http://schemas.microsoft.com/office/drawing/2014/main" id="{D9BD1D32-3C5A-7A2B-1A6A-BF529F9C9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7879" y="4591758"/>
            <a:ext cx="324441" cy="32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F616FBB-57CA-2C69-54FF-C585301B6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036" y="5915426"/>
            <a:ext cx="408757" cy="40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Cursor · Download">
            <a:extLst>
              <a:ext uri="{FF2B5EF4-FFF2-40B4-BE49-F238E27FC236}">
                <a16:creationId xmlns:a16="http://schemas.microsoft.com/office/drawing/2014/main" id="{6C0A5094-C16C-57B5-9F9D-3A77BA50E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405" y="5054768"/>
            <a:ext cx="367388" cy="3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oogle Gemini Logo, symbol, meaning, history, PNG, brand">
            <a:extLst>
              <a:ext uri="{FF2B5EF4-FFF2-40B4-BE49-F238E27FC236}">
                <a16:creationId xmlns:a16="http://schemas.microsoft.com/office/drawing/2014/main" id="{93793A58-1E55-4CD9-1E23-F4759AC78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7592" y="4941511"/>
            <a:ext cx="1135116" cy="63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ACE28F9C-EE1C-FDBB-32E8-AAE5A23004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3491" y="3866119"/>
            <a:ext cx="624810" cy="611927"/>
          </a:xfrm>
          <a:prstGeom prst="rect">
            <a:avLst/>
          </a:prstGeom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9417466-93FF-3321-6769-0168B3B715B7}"/>
              </a:ext>
            </a:extLst>
          </p:cNvPr>
          <p:cNvSpPr txBox="1"/>
          <p:nvPr/>
        </p:nvSpPr>
        <p:spPr>
          <a:xfrm>
            <a:off x="11308301" y="3912195"/>
            <a:ext cx="136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>
                <a:latin typeface="Lora" pitchFamily="2" charset="0"/>
              </a:rPr>
              <a:t>OpenAI</a:t>
            </a:r>
            <a:br>
              <a:rPr lang="pl-PL" sz="1600" b="1">
                <a:latin typeface="Lora" pitchFamily="2" charset="0"/>
              </a:rPr>
            </a:br>
            <a:r>
              <a:rPr lang="pl-PL" sz="1600" b="1">
                <a:latin typeface="Lora" pitchFamily="2" charset="0"/>
              </a:rPr>
              <a:t>Codex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23E630D3-1E1E-5E40-EBBA-27089F3BED79}"/>
              </a:ext>
            </a:extLst>
          </p:cNvPr>
          <p:cNvSpPr txBox="1"/>
          <p:nvPr/>
        </p:nvSpPr>
        <p:spPr>
          <a:xfrm>
            <a:off x="12419187" y="4036259"/>
            <a:ext cx="10602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050">
                <a:latin typeface="Lora" pitchFamily="2" charset="0"/>
              </a:rPr>
              <a:t>+ środowisko </a:t>
            </a:r>
            <a:br>
              <a:rPr lang="pl-PL" sz="1050">
                <a:latin typeface="Lora" pitchFamily="2" charset="0"/>
              </a:rPr>
            </a:br>
            <a:r>
              <a:rPr lang="pl-PL" sz="1050">
                <a:latin typeface="Lora" pitchFamily="2" charset="0"/>
              </a:rPr>
              <a:t>pracy:</a:t>
            </a:r>
          </a:p>
        </p:txBody>
      </p:sp>
      <p:sp>
        <p:nvSpPr>
          <p:cNvPr id="22" name="Nawias zamykający 21">
            <a:extLst>
              <a:ext uri="{FF2B5EF4-FFF2-40B4-BE49-F238E27FC236}">
                <a16:creationId xmlns:a16="http://schemas.microsoft.com/office/drawing/2014/main" id="{15D156C0-64C0-31C4-89BC-588070FF5A2A}"/>
              </a:ext>
            </a:extLst>
          </p:cNvPr>
          <p:cNvSpPr/>
          <p:nvPr/>
        </p:nvSpPr>
        <p:spPr>
          <a:xfrm>
            <a:off x="12381390" y="3822271"/>
            <a:ext cx="75594" cy="298408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2" descr="Figma Logo and symbol, meaning, history, PNG, brand">
            <a:extLst>
              <a:ext uri="{FF2B5EF4-FFF2-40B4-BE49-F238E27FC236}">
                <a16:creationId xmlns:a16="http://schemas.microsoft.com/office/drawing/2014/main" id="{3BB33A84-B87E-3544-CFD6-A1D41A736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030" y="537551"/>
            <a:ext cx="1087899" cy="6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Dowolny kształt 26">
            <a:extLst>
              <a:ext uri="{FF2B5EF4-FFF2-40B4-BE49-F238E27FC236}">
                <a16:creationId xmlns:a16="http://schemas.microsoft.com/office/drawing/2014/main" id="{20BB20FF-338B-00D8-0C19-B058E6EDE383}"/>
              </a:ext>
            </a:extLst>
          </p:cNvPr>
          <p:cNvSpPr/>
          <p:nvPr/>
        </p:nvSpPr>
        <p:spPr>
          <a:xfrm rot="6994820">
            <a:off x="8562216" y="-51675"/>
            <a:ext cx="318727" cy="3222269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8" name="Picture 6" descr="Pencil – Design on canvas. Land in code.">
            <a:extLst>
              <a:ext uri="{FF2B5EF4-FFF2-40B4-BE49-F238E27FC236}">
                <a16:creationId xmlns:a16="http://schemas.microsoft.com/office/drawing/2014/main" id="{411B5D1F-B06C-5261-5865-1ACE45B91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655" y="93212"/>
            <a:ext cx="487718" cy="48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Dowolny kształt 28">
            <a:extLst>
              <a:ext uri="{FF2B5EF4-FFF2-40B4-BE49-F238E27FC236}">
                <a16:creationId xmlns:a16="http://schemas.microsoft.com/office/drawing/2014/main" id="{324C2300-4B21-AF55-BA52-A2E5AA4BB94A}"/>
              </a:ext>
            </a:extLst>
          </p:cNvPr>
          <p:cNvSpPr/>
          <p:nvPr/>
        </p:nvSpPr>
        <p:spPr>
          <a:xfrm rot="8456813">
            <a:off x="9631340" y="129975"/>
            <a:ext cx="393171" cy="2231296"/>
          </a:xfrm>
          <a:custGeom>
            <a:avLst/>
            <a:gdLst>
              <a:gd name="connsiteX0" fmla="*/ 100060 w 233410"/>
              <a:gd name="connsiteY0" fmla="*/ 0 h 1238250"/>
              <a:gd name="connsiteX1" fmla="*/ 4810 w 233410"/>
              <a:gd name="connsiteY1" fmla="*/ 685800 h 1238250"/>
              <a:gd name="connsiteX2" fmla="*/ 233410 w 233410"/>
              <a:gd name="connsiteY2" fmla="*/ 123825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410" h="1238250">
                <a:moveTo>
                  <a:pt x="100060" y="0"/>
                </a:moveTo>
                <a:cubicBezTo>
                  <a:pt x="41322" y="239712"/>
                  <a:pt x="-17415" y="479425"/>
                  <a:pt x="4810" y="685800"/>
                </a:cubicBezTo>
                <a:cubicBezTo>
                  <a:pt x="27035" y="892175"/>
                  <a:pt x="198485" y="1174750"/>
                  <a:pt x="233410" y="1238250"/>
                </a:cubicBezTo>
              </a:path>
            </a:pathLst>
          </a:custGeom>
          <a:noFill/>
          <a:ln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5408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D9177-0A19-5BDC-7685-750CE405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389503DB-BA92-DF2E-D171-FC904079FDB4}"/>
              </a:ext>
            </a:extLst>
          </p:cNvPr>
          <p:cNvSpPr txBox="1"/>
          <p:nvPr/>
        </p:nvSpPr>
        <p:spPr>
          <a:xfrm>
            <a:off x="759655" y="2242408"/>
            <a:ext cx="3297190" cy="2173823"/>
          </a:xfrm>
          <a:prstGeom prst="rect">
            <a:avLst/>
          </a:prstGeom>
          <a:noFill/>
        </p:spPr>
        <p:txBody>
          <a:bodyPr wrap="square" lIns="180000" tIns="180000" bIns="144000" rtlCol="0">
            <a:spAutoFit/>
          </a:bodyPr>
          <a:lstStyle/>
          <a:p>
            <a:r>
              <a:rPr lang="pl-PL" sz="2000">
                <a:latin typeface="Poppins" pitchFamily="2" charset="0"/>
                <a:cs typeface="Poppins" pitchFamily="2" charset="0"/>
              </a:rPr>
              <a:t>Tydzień 3</a:t>
            </a:r>
          </a:p>
          <a:p>
            <a:r>
              <a:rPr lang="pl-PL" sz="2000" b="1">
                <a:latin typeface="Poppins" pitchFamily="2" charset="0"/>
                <a:cs typeface="Poppins" pitchFamily="2" charset="0"/>
              </a:rPr>
              <a:t>Prototypowanie z AI</a:t>
            </a:r>
          </a:p>
          <a:p>
            <a:endParaRPr lang="pl-PL" sz="2000">
              <a:latin typeface="Poppins" pitchFamily="2" charset="0"/>
              <a:cs typeface="Poppins" pitchFamily="2" charset="0"/>
            </a:endParaRPr>
          </a:p>
          <a:p>
            <a:r>
              <a:rPr lang="pl-PL" sz="2000">
                <a:latin typeface="Poppins" pitchFamily="2" charset="0"/>
                <a:cs typeface="Poppins" pitchFamily="2" charset="0"/>
              </a:rPr>
              <a:t>Nabierz doświadczenia budując prototypy z użyciem promptów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D27013F3-C06A-F851-3E6B-3255AF89C758}"/>
              </a:ext>
            </a:extLst>
          </p:cNvPr>
          <p:cNvSpPr/>
          <p:nvPr/>
        </p:nvSpPr>
        <p:spPr>
          <a:xfrm>
            <a:off x="4931834" y="2242408"/>
            <a:ext cx="3094893" cy="24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Context Driven Prototyping</a:t>
            </a:r>
          </a:p>
          <a:p>
            <a:endParaRPr lang="pl-PL" sz="2000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2000">
                <a:solidFill>
                  <a:schemeClr val="bg2"/>
                </a:solidFill>
                <a:latin typeface="Poppins" pitchFamily="2" charset="0"/>
                <a:cs typeface="Poppins" pitchFamily="2" charset="0"/>
              </a:rPr>
              <a:t>19.05.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E146989D-E45A-5AF2-ABDE-CC30624A2E81}"/>
              </a:ext>
            </a:extLst>
          </p:cNvPr>
          <p:cNvSpPr/>
          <p:nvPr/>
        </p:nvSpPr>
        <p:spPr>
          <a:xfrm>
            <a:off x="8709750" y="2242408"/>
            <a:ext cx="3094893" cy="24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  <a:t>Budowanie z AI bez pisania kodu</a:t>
            </a:r>
            <a:br>
              <a:rPr lang="pl-PL" sz="2000">
                <a:solidFill>
                  <a:schemeClr val="tx1"/>
                </a:solidFill>
                <a:latin typeface="Poppins" pitchFamily="2" charset="0"/>
                <a:cs typeface="Poppins" pitchFamily="2" charset="0"/>
              </a:rPr>
            </a:br>
            <a:endParaRPr lang="pl-PL" sz="2000">
              <a:solidFill>
                <a:schemeClr val="tx1"/>
              </a:solidFill>
              <a:latin typeface="Poppins" pitchFamily="2" charset="0"/>
              <a:cs typeface="Poppins" pitchFamily="2" charset="0"/>
            </a:endParaRPr>
          </a:p>
          <a:p>
            <a:r>
              <a:rPr lang="pl-PL" sz="2000">
                <a:solidFill>
                  <a:schemeClr val="bg2"/>
                </a:solidFill>
                <a:latin typeface="Poppins" pitchFamily="2" charset="0"/>
                <a:cs typeface="Poppins" pitchFamily="2" charset="0"/>
              </a:rPr>
              <a:t>21.05.</a:t>
            </a:r>
          </a:p>
        </p:txBody>
      </p:sp>
      <p:sp>
        <p:nvSpPr>
          <p:cNvPr id="23" name="Google Shape;3827;g9493b1c1b4_1_1751">
            <a:extLst>
              <a:ext uri="{FF2B5EF4-FFF2-40B4-BE49-F238E27FC236}">
                <a16:creationId xmlns:a16="http://schemas.microsoft.com/office/drawing/2014/main" id="{099F74C2-32CA-2E7F-3591-36AB74EB8BC5}"/>
              </a:ext>
            </a:extLst>
          </p:cNvPr>
          <p:cNvSpPr/>
          <p:nvPr/>
        </p:nvSpPr>
        <p:spPr>
          <a:xfrm>
            <a:off x="952783" y="4982789"/>
            <a:ext cx="780651" cy="780651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0E80C9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32"/>
              <a:buFont typeface="Arial"/>
              <a:buNone/>
            </a:pPr>
            <a:endParaRPr sz="5932" u="none" strike="noStrike" cap="none">
              <a:solidFill>
                <a:srgbClr val="737572"/>
              </a:solidFill>
              <a:ea typeface="Lato Light"/>
              <a:cs typeface="Lato Light"/>
              <a:sym typeface="Lato Light"/>
            </a:endParaRPr>
          </a:p>
        </p:txBody>
      </p:sp>
      <p:sp>
        <p:nvSpPr>
          <p:cNvPr id="24" name="Google Shape;3827;g9493b1c1b4_1_1751">
            <a:extLst>
              <a:ext uri="{FF2B5EF4-FFF2-40B4-BE49-F238E27FC236}">
                <a16:creationId xmlns:a16="http://schemas.microsoft.com/office/drawing/2014/main" id="{E56E4EA2-CFCD-C226-C7EE-B5B0DC116F85}"/>
              </a:ext>
            </a:extLst>
          </p:cNvPr>
          <p:cNvSpPr/>
          <p:nvPr/>
        </p:nvSpPr>
        <p:spPr>
          <a:xfrm>
            <a:off x="1759165" y="4982789"/>
            <a:ext cx="780651" cy="780651"/>
          </a:xfrm>
          <a:custGeom>
            <a:avLst/>
            <a:gdLst/>
            <a:ahLst/>
            <a:cxnLst/>
            <a:rect l="l" t="t" r="r" b="b"/>
            <a:pathLst>
              <a:path w="8094" h="8093" extrusionOk="0">
                <a:moveTo>
                  <a:pt x="3916" y="7744"/>
                </a:moveTo>
                <a:lnTo>
                  <a:pt x="3916" y="7744"/>
                </a:lnTo>
                <a:cubicBezTo>
                  <a:pt x="3988" y="7816"/>
                  <a:pt x="4105" y="7816"/>
                  <a:pt x="4177" y="7744"/>
                </a:cubicBezTo>
                <a:lnTo>
                  <a:pt x="7745" y="4176"/>
                </a:lnTo>
                <a:lnTo>
                  <a:pt x="7745" y="4176"/>
                </a:lnTo>
                <a:cubicBezTo>
                  <a:pt x="7817" y="4104"/>
                  <a:pt x="7817" y="3988"/>
                  <a:pt x="7745" y="3916"/>
                </a:cubicBezTo>
                <a:lnTo>
                  <a:pt x="4177" y="348"/>
                </a:lnTo>
                <a:lnTo>
                  <a:pt x="4177" y="348"/>
                </a:lnTo>
                <a:cubicBezTo>
                  <a:pt x="4105" y="276"/>
                  <a:pt x="3988" y="276"/>
                  <a:pt x="3916" y="348"/>
                </a:cubicBezTo>
                <a:lnTo>
                  <a:pt x="348" y="3916"/>
                </a:lnTo>
                <a:lnTo>
                  <a:pt x="348" y="3916"/>
                </a:lnTo>
                <a:cubicBezTo>
                  <a:pt x="276" y="3988"/>
                  <a:pt x="276" y="4104"/>
                  <a:pt x="348" y="4176"/>
                </a:cubicBezTo>
                <a:lnTo>
                  <a:pt x="3916" y="7744"/>
                </a:lnTo>
                <a:close/>
                <a:moveTo>
                  <a:pt x="4046" y="8092"/>
                </a:moveTo>
                <a:lnTo>
                  <a:pt x="4046" y="8092"/>
                </a:lnTo>
                <a:cubicBezTo>
                  <a:pt x="3919" y="8092"/>
                  <a:pt x="3799" y="8043"/>
                  <a:pt x="3709" y="7952"/>
                </a:cubicBezTo>
                <a:lnTo>
                  <a:pt x="140" y="4384"/>
                </a:lnTo>
                <a:lnTo>
                  <a:pt x="140" y="4384"/>
                </a:lnTo>
                <a:cubicBezTo>
                  <a:pt x="50" y="4293"/>
                  <a:pt x="0" y="4173"/>
                  <a:pt x="0" y="4047"/>
                </a:cubicBezTo>
                <a:lnTo>
                  <a:pt x="0" y="4047"/>
                </a:lnTo>
                <a:cubicBezTo>
                  <a:pt x="0" y="3919"/>
                  <a:pt x="50" y="3799"/>
                  <a:pt x="140" y="3709"/>
                </a:cubicBezTo>
                <a:lnTo>
                  <a:pt x="3709" y="140"/>
                </a:lnTo>
                <a:lnTo>
                  <a:pt x="3709" y="140"/>
                </a:lnTo>
                <a:cubicBezTo>
                  <a:pt x="3799" y="50"/>
                  <a:pt x="3919" y="0"/>
                  <a:pt x="4046" y="0"/>
                </a:cubicBezTo>
                <a:lnTo>
                  <a:pt x="4046" y="0"/>
                </a:lnTo>
                <a:cubicBezTo>
                  <a:pt x="4174" y="0"/>
                  <a:pt x="4294" y="50"/>
                  <a:pt x="4384" y="140"/>
                </a:cubicBezTo>
                <a:lnTo>
                  <a:pt x="7953" y="3709"/>
                </a:lnTo>
                <a:lnTo>
                  <a:pt x="7953" y="3709"/>
                </a:lnTo>
                <a:cubicBezTo>
                  <a:pt x="8043" y="3799"/>
                  <a:pt x="8093" y="3919"/>
                  <a:pt x="8093" y="4047"/>
                </a:cubicBezTo>
                <a:lnTo>
                  <a:pt x="8093" y="4047"/>
                </a:lnTo>
                <a:cubicBezTo>
                  <a:pt x="8093" y="4173"/>
                  <a:pt x="8043" y="4293"/>
                  <a:pt x="7953" y="4384"/>
                </a:cubicBezTo>
                <a:lnTo>
                  <a:pt x="4384" y="7952"/>
                </a:lnTo>
                <a:lnTo>
                  <a:pt x="4384" y="7952"/>
                </a:lnTo>
                <a:cubicBezTo>
                  <a:pt x="4294" y="8043"/>
                  <a:pt x="4174" y="8092"/>
                  <a:pt x="4046" y="8092"/>
                </a:cubicBezTo>
                <a:close/>
              </a:path>
            </a:pathLst>
          </a:custGeom>
          <a:solidFill>
            <a:srgbClr val="0E80C9"/>
          </a:solidFill>
          <a:ln>
            <a:noFill/>
          </a:ln>
          <a:effectLst>
            <a:outerShdw blurRad="57150" dist="19050" dir="5400000" algn="bl" rotWithShape="0">
              <a:srgbClr val="CCCCCC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32"/>
              <a:buFont typeface="Arial"/>
              <a:buNone/>
            </a:pPr>
            <a:endParaRPr sz="5932" u="none" strike="noStrike" cap="none">
              <a:solidFill>
                <a:srgbClr val="737572"/>
              </a:solidFill>
              <a:ea typeface="Lato Light"/>
              <a:cs typeface="Lato Light"/>
              <a:sym typeface="Lato Light"/>
            </a:endParaRPr>
          </a:p>
        </p:txBody>
      </p:sp>
      <p:sp>
        <p:nvSpPr>
          <p:cNvPr id="25" name="Trójkąt 24">
            <a:extLst>
              <a:ext uri="{FF2B5EF4-FFF2-40B4-BE49-F238E27FC236}">
                <a16:creationId xmlns:a16="http://schemas.microsoft.com/office/drawing/2014/main" id="{0B9F9375-676A-9323-C9E5-D0FEF5A5CC30}"/>
              </a:ext>
            </a:extLst>
          </p:cNvPr>
          <p:cNvSpPr/>
          <p:nvPr/>
        </p:nvSpPr>
        <p:spPr>
          <a:xfrm rot="16200000">
            <a:off x="763750" y="5184080"/>
            <a:ext cx="780651" cy="378067"/>
          </a:xfrm>
          <a:prstGeom prst="triangle">
            <a:avLst/>
          </a:prstGeom>
          <a:solidFill>
            <a:srgbClr val="138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Trójkąt 6">
            <a:extLst>
              <a:ext uri="{FF2B5EF4-FFF2-40B4-BE49-F238E27FC236}">
                <a16:creationId xmlns:a16="http://schemas.microsoft.com/office/drawing/2014/main" id="{75E0731A-43D1-7FAB-6E79-23587970B79D}"/>
              </a:ext>
            </a:extLst>
          </p:cNvPr>
          <p:cNvSpPr/>
          <p:nvPr/>
        </p:nvSpPr>
        <p:spPr>
          <a:xfrm rot="5400000">
            <a:off x="1141816" y="5184079"/>
            <a:ext cx="780651" cy="378067"/>
          </a:xfrm>
          <a:prstGeom prst="triangle">
            <a:avLst/>
          </a:prstGeom>
          <a:solidFill>
            <a:srgbClr val="138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rójkąt 1">
            <a:extLst>
              <a:ext uri="{FF2B5EF4-FFF2-40B4-BE49-F238E27FC236}">
                <a16:creationId xmlns:a16="http://schemas.microsoft.com/office/drawing/2014/main" id="{70451442-FEB6-8940-0EF2-9A8DC8729407}"/>
              </a:ext>
            </a:extLst>
          </p:cNvPr>
          <p:cNvSpPr/>
          <p:nvPr/>
        </p:nvSpPr>
        <p:spPr>
          <a:xfrm rot="16200000">
            <a:off x="1573836" y="5184078"/>
            <a:ext cx="780651" cy="378067"/>
          </a:xfrm>
          <a:prstGeom prst="triangle">
            <a:avLst/>
          </a:prstGeom>
          <a:solidFill>
            <a:srgbClr val="138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D83581C-ED45-7D51-4A6B-8B6E4E0658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1" t="76173" r="3095" b="113"/>
          <a:stretch>
            <a:fillRect/>
          </a:stretch>
        </p:blipFill>
        <p:spPr>
          <a:xfrm>
            <a:off x="8709750" y="4724008"/>
            <a:ext cx="3087178" cy="1560882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EF4361D6-7B65-A8C7-BB36-C878C42FE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" t="49850" r="50117" b="25354"/>
          <a:stretch>
            <a:fillRect/>
          </a:stretch>
        </p:blipFill>
        <p:spPr>
          <a:xfrm>
            <a:off x="4931834" y="4724008"/>
            <a:ext cx="3105369" cy="155199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A21365F-3227-85F3-EC64-10E4344BC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83" y="398711"/>
            <a:ext cx="53721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9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1DA09-7188-0F2C-D26A-4E76B2E0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556;p272">
            <a:extLst>
              <a:ext uri="{FF2B5EF4-FFF2-40B4-BE49-F238E27FC236}">
                <a16:creationId xmlns:a16="http://schemas.microsoft.com/office/drawing/2014/main" id="{74AD17EC-4DC9-6205-E8C5-60E4732F54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92" r="592"/>
          <a:stretch/>
        </p:blipFill>
        <p:spPr>
          <a:xfrm>
            <a:off x="2495339" y="1717515"/>
            <a:ext cx="8039579" cy="47878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B5FA67A-7742-ADA2-BD88-E5C7FB33998E}"/>
              </a:ext>
            </a:extLst>
          </p:cNvPr>
          <p:cNvSpPr txBox="1"/>
          <p:nvPr/>
        </p:nvSpPr>
        <p:spPr>
          <a:xfrm>
            <a:off x="4092597" y="3335628"/>
            <a:ext cx="5254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>
                <a:latin typeface="Poppins SemiBold" pitchFamily="2" charset="0"/>
                <a:cs typeface="Poppins SemiBold" pitchFamily="2" charset="0"/>
              </a:rPr>
              <a:t>Pytania i odpowiedzi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48954274-BF49-3379-48D7-20BC5EDDF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278" y="6750695"/>
            <a:ext cx="2893699" cy="44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0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UXPM-Presentation">
  <a:themeElements>
    <a:clrScheme name="Custom 1 2">
      <a:dk1>
        <a:srgbClr val="000000"/>
      </a:dk1>
      <a:lt1>
        <a:srgbClr val="EDE9E6"/>
      </a:lt1>
      <a:dk2>
        <a:srgbClr val="385E48"/>
      </a:dk2>
      <a:lt2>
        <a:srgbClr val="FFFFFF"/>
      </a:lt2>
      <a:accent1>
        <a:srgbClr val="333233"/>
      </a:accent1>
      <a:accent2>
        <a:srgbClr val="FEBE42"/>
      </a:accent2>
      <a:accent3>
        <a:srgbClr val="F9F008"/>
      </a:accent3>
      <a:accent4>
        <a:srgbClr val="1E1408"/>
      </a:accent4>
      <a:accent5>
        <a:srgbClr val="31BFC7"/>
      </a:accent5>
      <a:accent6>
        <a:srgbClr val="46BAD8"/>
      </a:accent6>
      <a:hlink>
        <a:srgbClr val="31BFC7"/>
      </a:hlink>
      <a:folHlink>
        <a:srgbClr val="B8354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66b326-e757-4daa-95c5-0969f22310a5">
      <Terms xmlns="http://schemas.microsoft.com/office/infopath/2007/PartnerControls"/>
    </lcf76f155ced4ddcb4097134ff3c332f>
    <TaxCatchAll xmlns="c4e9a7f2-7013-4fe5-b889-f794e2ebd1f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CAEBA46F3C8E348B14ADADEE0CD9EF9" ma:contentTypeVersion="19" ma:contentTypeDescription="Utwórz nowy dokument." ma:contentTypeScope="" ma:versionID="2d1289229ec5a79a569dc2e948635dd7">
  <xsd:schema xmlns:xsd="http://www.w3.org/2001/XMLSchema" xmlns:xs="http://www.w3.org/2001/XMLSchema" xmlns:p="http://schemas.microsoft.com/office/2006/metadata/properties" xmlns:ns2="4266b326-e757-4daa-95c5-0969f22310a5" xmlns:ns3="c4e9a7f2-7013-4fe5-b889-f794e2ebd1ff" targetNamespace="http://schemas.microsoft.com/office/2006/metadata/properties" ma:root="true" ma:fieldsID="2dc478915a047cc7b67548ab730f387b" ns2:_="" ns3:_="">
    <xsd:import namespace="4266b326-e757-4daa-95c5-0969f22310a5"/>
    <xsd:import namespace="c4e9a7f2-7013-4fe5-b889-f794e2ebd1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66b326-e757-4daa-95c5-0969f22310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Tagi obrazów" ma:readOnly="false" ma:fieldId="{5cf76f15-5ced-4ddc-b409-7134ff3c332f}" ma:taxonomyMulti="true" ma:sspId="77fb3e53-854d-4873-a453-f5a612fef7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e9a7f2-7013-4fe5-b889-f794e2ebd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666ba29-ee73-4681-b87e-c84bcbdf7f55}" ma:internalName="TaxCatchAll" ma:showField="CatchAllData" ma:web="c4e9a7f2-7013-4fe5-b889-f794e2ebd1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10EE19-35DF-4804-B353-90DBE23B806D}">
  <ds:schemaRefs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dcmitype/"/>
    <ds:schemaRef ds:uri="c4e9a7f2-7013-4fe5-b889-f794e2ebd1ff"/>
    <ds:schemaRef ds:uri="http://schemas.microsoft.com/office/2006/documentManagement/types"/>
    <ds:schemaRef ds:uri="4266b326-e757-4daa-95c5-0969f22310a5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FC7CDB2-E8DA-450B-BCAF-9A17CF7298F3}"/>
</file>

<file path=customXml/itemProps3.xml><?xml version="1.0" encoding="utf-8"?>
<ds:datastoreItem xmlns:ds="http://schemas.openxmlformats.org/officeDocument/2006/customXml" ds:itemID="{7D7CB3DD-32BE-4EA9-A9AE-E8CF901677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52526</TotalTime>
  <Words>2860</Words>
  <Application>Microsoft Macintosh PowerPoint</Application>
  <PresentationFormat>Niestandardowy</PresentationFormat>
  <Paragraphs>457</Paragraphs>
  <Slides>53</Slides>
  <Notes>40</Notes>
  <HiddenSlides>14</HiddenSlides>
  <MMClips>0</MMClips>
  <ScaleCrop>false</ScaleCrop>
  <HeadingPairs>
    <vt:vector size="6" baseType="variant">
      <vt:variant>
        <vt:lpstr>Używane czcionki</vt:lpstr>
      </vt:variant>
      <vt:variant>
        <vt:i4>13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53</vt:i4>
      </vt:variant>
    </vt:vector>
  </HeadingPairs>
  <TitlesOfParts>
    <vt:vector size="67" baseType="lpstr">
      <vt:lpstr>Calibri</vt:lpstr>
      <vt:lpstr>Wingdings</vt:lpstr>
      <vt:lpstr>Lora Regular</vt:lpstr>
      <vt:lpstr>Montserrat</vt:lpstr>
      <vt:lpstr>Lato Light</vt:lpstr>
      <vt:lpstr>Poppins</vt:lpstr>
      <vt:lpstr>Arial</vt:lpstr>
      <vt:lpstr>Lora</vt:lpstr>
      <vt:lpstr>Roboto</vt:lpstr>
      <vt:lpstr>Poppins Light</vt:lpstr>
      <vt:lpstr>Poppins SemiBold</vt:lpstr>
      <vt:lpstr>Poppins Medium</vt:lpstr>
      <vt:lpstr>Poppins ExtraBold</vt:lpstr>
      <vt:lpstr>UXPM-Presentation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User Story Mapping  </vt:lpstr>
      <vt:lpstr>AI Design Ideation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Design Specs</vt:lpstr>
      <vt:lpstr>Prezentacja programu PowerPoint</vt:lpstr>
      <vt:lpstr>Design.md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Budowanie prototypu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Możliwości AI Builderów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Odtwarzanie istniejącego stylu produktu</vt:lpstr>
      <vt:lpstr>Prezentacja programu PowerPoint</vt:lpstr>
      <vt:lpstr>Prezentacja programu PowerPoint</vt:lpstr>
      <vt:lpstr>Prezentacja programu PowerPoint</vt:lpstr>
      <vt:lpstr>Publikowanie prototypu</vt:lpstr>
      <vt:lpstr>Testy użyteczności</vt:lpstr>
      <vt:lpstr>Zaawansowane działanie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Adopting UX</dc:title>
  <dc:creator>Anna Schneider</dc:creator>
  <cp:lastModifiedBy>Wojciech Chojnacki</cp:lastModifiedBy>
  <cp:revision>104</cp:revision>
  <cp:lastPrinted>2022-05-19T07:23:18Z</cp:lastPrinted>
  <dcterms:modified xsi:type="dcterms:W3CDTF">2026-05-14T14:09:19Z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0x0101009CAEBA46F3C8E348B14ADADEE0CD9EF9</vt:lpwstr>
  </property>
  <property fmtid="{D5CDD505-2E9C-101B-9397-08002B2CF9AE}" pid="3" name="MediaServiceImageTags">
    <vt:lpwstr/>
  </property>
</Properties>
</file>